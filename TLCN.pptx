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24"/>
  </p:notesMasterIdLst>
  <p:sldIdLst>
    <p:sldId id="256" r:id="rId2"/>
    <p:sldId id="258" r:id="rId3"/>
    <p:sldId id="313" r:id="rId4"/>
    <p:sldId id="314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9" r:id="rId19"/>
    <p:sldId id="328" r:id="rId20"/>
    <p:sldId id="330" r:id="rId21"/>
    <p:sldId id="331" r:id="rId22"/>
    <p:sldId id="290" r:id="rId23"/>
  </p:sldIdLst>
  <p:sldSz cx="9144000" cy="5143500" type="screen16x9"/>
  <p:notesSz cx="6858000" cy="9144000"/>
  <p:embeddedFontLst>
    <p:embeddedFont>
      <p:font typeface="Days One" panose="020B0604020202020204" charset="0"/>
      <p:regular r:id="rId25"/>
    </p:embeddedFont>
    <p:embeddedFont>
      <p:font typeface="Lato" panose="020F0502020204030203" pitchFamily="34" charset="0"/>
      <p:regular r:id="rId26"/>
      <p:bold r:id="rId27"/>
      <p:italic r:id="rId28"/>
      <p:boldItalic r:id="rId29"/>
    </p:embeddedFont>
    <p:embeddedFont>
      <p:font typeface="Open Sans" panose="020B0606030504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B3"/>
    <a:srgbClr val="B5E8FF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6C3E4B-CAB8-41BC-9AF6-CDC6FE8169CD}">
  <a:tblStyle styleId="{9F6C3E4B-CAB8-41BC-9AF6-CDC6FE8169C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6015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575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62273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2133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4753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6990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1158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06119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34637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82035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20740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4969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54748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41123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8109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65213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34478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31630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44275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gf4b4a83110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5" name="Google Shape;1975;gf4b4a83110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accent1"/>
            </a:gs>
            <a:gs pos="79000">
              <a:schemeClr val="lt1"/>
            </a:gs>
            <a:gs pos="100000">
              <a:schemeClr val="accent6"/>
            </a:gs>
          </a:gsLst>
          <a:lin ang="2700006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6858200" y="2750225"/>
            <a:ext cx="4489411" cy="4507161"/>
          </a:xfrm>
          <a:custGeom>
            <a:avLst/>
            <a:gdLst/>
            <a:ahLst/>
            <a:cxnLst/>
            <a:rect l="l" t="t" r="r" b="b"/>
            <a:pathLst>
              <a:path w="53969" h="54184" extrusionOk="0">
                <a:moveTo>
                  <a:pt x="26985" y="13177"/>
                </a:moveTo>
                <a:cubicBezTo>
                  <a:pt x="34640" y="13177"/>
                  <a:pt x="40845" y="19406"/>
                  <a:pt x="40845" y="27092"/>
                </a:cubicBezTo>
                <a:cubicBezTo>
                  <a:pt x="40845" y="34777"/>
                  <a:pt x="34640" y="41007"/>
                  <a:pt x="26985" y="41007"/>
                </a:cubicBezTo>
                <a:cubicBezTo>
                  <a:pt x="19330" y="41007"/>
                  <a:pt x="13124" y="34777"/>
                  <a:pt x="13124" y="27092"/>
                </a:cubicBezTo>
                <a:cubicBezTo>
                  <a:pt x="13124" y="19406"/>
                  <a:pt x="19330" y="13177"/>
                  <a:pt x="26985" y="13177"/>
                </a:cubicBezTo>
                <a:close/>
                <a:moveTo>
                  <a:pt x="26985" y="0"/>
                </a:moveTo>
                <a:cubicBezTo>
                  <a:pt x="12081" y="0"/>
                  <a:pt x="0" y="12130"/>
                  <a:pt x="0" y="27092"/>
                </a:cubicBezTo>
                <a:cubicBezTo>
                  <a:pt x="0" y="42054"/>
                  <a:pt x="12081" y="54184"/>
                  <a:pt x="26985" y="54184"/>
                </a:cubicBezTo>
                <a:cubicBezTo>
                  <a:pt x="41887" y="54184"/>
                  <a:pt x="53968" y="42054"/>
                  <a:pt x="53968" y="27092"/>
                </a:cubicBezTo>
                <a:cubicBezTo>
                  <a:pt x="53968" y="12130"/>
                  <a:pt x="41887" y="0"/>
                  <a:pt x="26985" y="0"/>
                </a:cubicBez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rot="-5400000">
            <a:off x="225387" y="-225388"/>
            <a:ext cx="2863929" cy="3314700"/>
          </a:xfrm>
          <a:custGeom>
            <a:avLst/>
            <a:gdLst/>
            <a:ahLst/>
            <a:cxnLst/>
            <a:rect l="l" t="t" r="r" b="b"/>
            <a:pathLst>
              <a:path w="36081" h="41760" extrusionOk="0">
                <a:moveTo>
                  <a:pt x="1" y="0"/>
                </a:moveTo>
                <a:cubicBezTo>
                  <a:pt x="393" y="1188"/>
                  <a:pt x="1158" y="2253"/>
                  <a:pt x="2246" y="3123"/>
                </a:cubicBezTo>
                <a:cubicBezTo>
                  <a:pt x="4217" y="4699"/>
                  <a:pt x="6771" y="5553"/>
                  <a:pt x="9246" y="5903"/>
                </a:cubicBezTo>
                <a:cubicBezTo>
                  <a:pt x="14129" y="6592"/>
                  <a:pt x="20400" y="5345"/>
                  <a:pt x="24264" y="9159"/>
                </a:cubicBezTo>
                <a:cubicBezTo>
                  <a:pt x="26738" y="11599"/>
                  <a:pt x="27248" y="14890"/>
                  <a:pt x="27050" y="18216"/>
                </a:cubicBezTo>
                <a:cubicBezTo>
                  <a:pt x="26717" y="23824"/>
                  <a:pt x="24389" y="29410"/>
                  <a:pt x="26493" y="34967"/>
                </a:cubicBezTo>
                <a:cubicBezTo>
                  <a:pt x="27409" y="37384"/>
                  <a:pt x="29101" y="39517"/>
                  <a:pt x="31434" y="40686"/>
                </a:cubicBezTo>
                <a:cubicBezTo>
                  <a:pt x="32905" y="41424"/>
                  <a:pt x="34485" y="41749"/>
                  <a:pt x="36081" y="41760"/>
                </a:cubicBezTo>
                <a:lnTo>
                  <a:pt x="36081" y="0"/>
                </a:ln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7496699" y="-622887"/>
            <a:ext cx="1864389" cy="1853864"/>
          </a:xfrm>
          <a:custGeom>
            <a:avLst/>
            <a:gdLst/>
            <a:ahLst/>
            <a:cxnLst/>
            <a:rect l="l" t="t" r="r" b="b"/>
            <a:pathLst>
              <a:path w="41093" h="40861" extrusionOk="0">
                <a:moveTo>
                  <a:pt x="0" y="1"/>
                </a:moveTo>
                <a:lnTo>
                  <a:pt x="0" y="40861"/>
                </a:lnTo>
                <a:lnTo>
                  <a:pt x="1361" y="40861"/>
                </a:lnTo>
                <a:cubicBezTo>
                  <a:pt x="23304" y="40861"/>
                  <a:pt x="41092" y="23072"/>
                  <a:pt x="41092" y="1128"/>
                </a:cubicBezTo>
                <a:cubicBezTo>
                  <a:pt x="41092" y="751"/>
                  <a:pt x="41087" y="376"/>
                  <a:pt x="41076" y="1"/>
                </a:cubicBez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715100" y="1937500"/>
            <a:ext cx="5838300" cy="179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715100" y="4214900"/>
            <a:ext cx="5838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bg>
      <p:bgPr>
        <a:gradFill>
          <a:gsLst>
            <a:gs pos="0">
              <a:schemeClr val="accent1"/>
            </a:gs>
            <a:gs pos="79000">
              <a:schemeClr val="lt1"/>
            </a:gs>
            <a:gs pos="100000">
              <a:schemeClr val="accent6"/>
            </a:gs>
          </a:gsLst>
          <a:lin ang="18900044" scaled="0"/>
        </a:gra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/>
          <p:nvPr/>
        </p:nvSpPr>
        <p:spPr>
          <a:xfrm>
            <a:off x="7131150" y="-2266125"/>
            <a:ext cx="4222669" cy="4239492"/>
          </a:xfrm>
          <a:custGeom>
            <a:avLst/>
            <a:gdLst/>
            <a:ahLst/>
            <a:cxnLst/>
            <a:rect l="l" t="t" r="r" b="b"/>
            <a:pathLst>
              <a:path w="53969" h="54184" extrusionOk="0">
                <a:moveTo>
                  <a:pt x="26985" y="13177"/>
                </a:moveTo>
                <a:cubicBezTo>
                  <a:pt x="34640" y="13177"/>
                  <a:pt x="40845" y="19406"/>
                  <a:pt x="40845" y="27092"/>
                </a:cubicBezTo>
                <a:cubicBezTo>
                  <a:pt x="40845" y="34777"/>
                  <a:pt x="34640" y="41007"/>
                  <a:pt x="26985" y="41007"/>
                </a:cubicBezTo>
                <a:cubicBezTo>
                  <a:pt x="19330" y="41007"/>
                  <a:pt x="13124" y="34777"/>
                  <a:pt x="13124" y="27092"/>
                </a:cubicBezTo>
                <a:cubicBezTo>
                  <a:pt x="13124" y="19406"/>
                  <a:pt x="19330" y="13177"/>
                  <a:pt x="26985" y="13177"/>
                </a:cubicBezTo>
                <a:close/>
                <a:moveTo>
                  <a:pt x="26985" y="0"/>
                </a:moveTo>
                <a:cubicBezTo>
                  <a:pt x="12081" y="0"/>
                  <a:pt x="0" y="12130"/>
                  <a:pt x="0" y="27092"/>
                </a:cubicBezTo>
                <a:cubicBezTo>
                  <a:pt x="0" y="42054"/>
                  <a:pt x="12081" y="54184"/>
                  <a:pt x="26985" y="54184"/>
                </a:cubicBezTo>
                <a:cubicBezTo>
                  <a:pt x="41887" y="54184"/>
                  <a:pt x="53968" y="42054"/>
                  <a:pt x="53968" y="27092"/>
                </a:cubicBezTo>
                <a:cubicBezTo>
                  <a:pt x="53968" y="12130"/>
                  <a:pt x="41887" y="0"/>
                  <a:pt x="26985" y="0"/>
                </a:cubicBez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-2132275" y="3018575"/>
            <a:ext cx="4222669" cy="4239492"/>
          </a:xfrm>
          <a:custGeom>
            <a:avLst/>
            <a:gdLst/>
            <a:ahLst/>
            <a:cxnLst/>
            <a:rect l="l" t="t" r="r" b="b"/>
            <a:pathLst>
              <a:path w="53969" h="54184" extrusionOk="0">
                <a:moveTo>
                  <a:pt x="26985" y="13177"/>
                </a:moveTo>
                <a:cubicBezTo>
                  <a:pt x="34640" y="13177"/>
                  <a:pt x="40845" y="19406"/>
                  <a:pt x="40845" y="27092"/>
                </a:cubicBezTo>
                <a:cubicBezTo>
                  <a:pt x="40845" y="34777"/>
                  <a:pt x="34640" y="41007"/>
                  <a:pt x="26985" y="41007"/>
                </a:cubicBezTo>
                <a:cubicBezTo>
                  <a:pt x="19330" y="41007"/>
                  <a:pt x="13124" y="34777"/>
                  <a:pt x="13124" y="27092"/>
                </a:cubicBezTo>
                <a:cubicBezTo>
                  <a:pt x="13124" y="19406"/>
                  <a:pt x="19330" y="13177"/>
                  <a:pt x="26985" y="13177"/>
                </a:cubicBezTo>
                <a:close/>
                <a:moveTo>
                  <a:pt x="26985" y="0"/>
                </a:moveTo>
                <a:cubicBezTo>
                  <a:pt x="12081" y="0"/>
                  <a:pt x="0" y="12130"/>
                  <a:pt x="0" y="27092"/>
                </a:cubicBezTo>
                <a:cubicBezTo>
                  <a:pt x="0" y="42054"/>
                  <a:pt x="12081" y="54184"/>
                  <a:pt x="26985" y="54184"/>
                </a:cubicBezTo>
                <a:cubicBezTo>
                  <a:pt x="41887" y="54184"/>
                  <a:pt x="53968" y="42054"/>
                  <a:pt x="53968" y="27092"/>
                </a:cubicBezTo>
                <a:cubicBezTo>
                  <a:pt x="53968" y="12130"/>
                  <a:pt x="41887" y="0"/>
                  <a:pt x="26985" y="0"/>
                </a:cubicBez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5"/>
          <p:cNvSpPr/>
          <p:nvPr/>
        </p:nvSpPr>
        <p:spPr>
          <a:xfrm rot="1700207">
            <a:off x="6864111" y="2679832"/>
            <a:ext cx="2803921" cy="3275396"/>
          </a:xfrm>
          <a:custGeom>
            <a:avLst/>
            <a:gdLst/>
            <a:ahLst/>
            <a:cxnLst/>
            <a:rect l="l" t="t" r="r" b="b"/>
            <a:pathLst>
              <a:path w="50057" h="58474" extrusionOk="0">
                <a:moveTo>
                  <a:pt x="50057" y="0"/>
                </a:moveTo>
                <a:cubicBezTo>
                  <a:pt x="43474" y="898"/>
                  <a:pt x="37651" y="5576"/>
                  <a:pt x="35449" y="11928"/>
                </a:cubicBezTo>
                <a:cubicBezTo>
                  <a:pt x="33409" y="17811"/>
                  <a:pt x="33734" y="24451"/>
                  <a:pt x="29541" y="29453"/>
                </a:cubicBezTo>
                <a:cubicBezTo>
                  <a:pt x="25003" y="34866"/>
                  <a:pt x="17670" y="36814"/>
                  <a:pt x="11677" y="40081"/>
                </a:cubicBezTo>
                <a:cubicBezTo>
                  <a:pt x="8617" y="41749"/>
                  <a:pt x="5755" y="43845"/>
                  <a:pt x="3672" y="46674"/>
                </a:cubicBezTo>
                <a:cubicBezTo>
                  <a:pt x="1853" y="49152"/>
                  <a:pt x="668" y="52038"/>
                  <a:pt x="221" y="55079"/>
                </a:cubicBezTo>
                <a:cubicBezTo>
                  <a:pt x="59" y="56203"/>
                  <a:pt x="1" y="57339"/>
                  <a:pt x="48" y="58473"/>
                </a:cubicBezTo>
                <a:lnTo>
                  <a:pt x="50057" y="58473"/>
                </a:lnTo>
                <a:lnTo>
                  <a:pt x="50057" y="0"/>
                </a:ln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5"/>
          <p:cNvSpPr/>
          <p:nvPr/>
        </p:nvSpPr>
        <p:spPr>
          <a:xfrm rot="-9454994">
            <a:off x="-323737" y="-1234466"/>
            <a:ext cx="3492326" cy="4079689"/>
          </a:xfrm>
          <a:custGeom>
            <a:avLst/>
            <a:gdLst/>
            <a:ahLst/>
            <a:cxnLst/>
            <a:rect l="l" t="t" r="r" b="b"/>
            <a:pathLst>
              <a:path w="50057" h="58474" extrusionOk="0">
                <a:moveTo>
                  <a:pt x="50057" y="0"/>
                </a:moveTo>
                <a:cubicBezTo>
                  <a:pt x="43474" y="898"/>
                  <a:pt x="37651" y="5576"/>
                  <a:pt x="35449" y="11928"/>
                </a:cubicBezTo>
                <a:cubicBezTo>
                  <a:pt x="33409" y="17811"/>
                  <a:pt x="33734" y="24451"/>
                  <a:pt x="29541" y="29453"/>
                </a:cubicBezTo>
                <a:cubicBezTo>
                  <a:pt x="25003" y="34866"/>
                  <a:pt x="17670" y="36814"/>
                  <a:pt x="11677" y="40081"/>
                </a:cubicBezTo>
                <a:cubicBezTo>
                  <a:pt x="8617" y="41749"/>
                  <a:pt x="5755" y="43845"/>
                  <a:pt x="3672" y="46674"/>
                </a:cubicBezTo>
                <a:cubicBezTo>
                  <a:pt x="1853" y="49152"/>
                  <a:pt x="668" y="52038"/>
                  <a:pt x="221" y="55079"/>
                </a:cubicBezTo>
                <a:cubicBezTo>
                  <a:pt x="59" y="56203"/>
                  <a:pt x="1" y="57339"/>
                  <a:pt x="48" y="58473"/>
                </a:cubicBezTo>
                <a:lnTo>
                  <a:pt x="50057" y="58473"/>
                </a:lnTo>
                <a:lnTo>
                  <a:pt x="50057" y="0"/>
                </a:ln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ubTitle" idx="1"/>
          </p:nvPr>
        </p:nvSpPr>
        <p:spPr>
          <a:xfrm>
            <a:off x="1844550" y="3190638"/>
            <a:ext cx="54549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0000" y="1337263"/>
            <a:ext cx="7704000" cy="15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2000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gradFill>
          <a:gsLst>
            <a:gs pos="0">
              <a:schemeClr val="accent1"/>
            </a:gs>
            <a:gs pos="79000">
              <a:schemeClr val="lt1"/>
            </a:gs>
            <a:gs pos="100000">
              <a:schemeClr val="accent6"/>
            </a:gs>
          </a:gsLst>
          <a:lin ang="18900732" scaled="0"/>
        </a:gra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/>
          <p:nvPr/>
        </p:nvSpPr>
        <p:spPr>
          <a:xfrm>
            <a:off x="7848600" y="3990497"/>
            <a:ext cx="2514551" cy="2524568"/>
          </a:xfrm>
          <a:custGeom>
            <a:avLst/>
            <a:gdLst/>
            <a:ahLst/>
            <a:cxnLst/>
            <a:rect l="l" t="t" r="r" b="b"/>
            <a:pathLst>
              <a:path w="53969" h="54184" extrusionOk="0">
                <a:moveTo>
                  <a:pt x="26985" y="13177"/>
                </a:moveTo>
                <a:cubicBezTo>
                  <a:pt x="34640" y="13177"/>
                  <a:pt x="40845" y="19406"/>
                  <a:pt x="40845" y="27092"/>
                </a:cubicBezTo>
                <a:cubicBezTo>
                  <a:pt x="40845" y="34777"/>
                  <a:pt x="34640" y="41007"/>
                  <a:pt x="26985" y="41007"/>
                </a:cubicBezTo>
                <a:cubicBezTo>
                  <a:pt x="19330" y="41007"/>
                  <a:pt x="13124" y="34777"/>
                  <a:pt x="13124" y="27092"/>
                </a:cubicBezTo>
                <a:cubicBezTo>
                  <a:pt x="13124" y="19406"/>
                  <a:pt x="19330" y="13177"/>
                  <a:pt x="26985" y="13177"/>
                </a:cubicBezTo>
                <a:close/>
                <a:moveTo>
                  <a:pt x="26985" y="0"/>
                </a:moveTo>
                <a:cubicBezTo>
                  <a:pt x="12081" y="0"/>
                  <a:pt x="0" y="12130"/>
                  <a:pt x="0" y="27092"/>
                </a:cubicBezTo>
                <a:cubicBezTo>
                  <a:pt x="0" y="42054"/>
                  <a:pt x="12081" y="54184"/>
                  <a:pt x="26985" y="54184"/>
                </a:cubicBezTo>
                <a:cubicBezTo>
                  <a:pt x="41887" y="54184"/>
                  <a:pt x="53968" y="42054"/>
                  <a:pt x="53968" y="27092"/>
                </a:cubicBezTo>
                <a:cubicBezTo>
                  <a:pt x="53968" y="12130"/>
                  <a:pt x="41887" y="0"/>
                  <a:pt x="26985" y="0"/>
                </a:cubicBez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33"/>
          <p:cNvSpPr/>
          <p:nvPr/>
        </p:nvSpPr>
        <p:spPr>
          <a:xfrm rot="-5232539">
            <a:off x="6273534" y="-444366"/>
            <a:ext cx="2803890" cy="3275359"/>
          </a:xfrm>
          <a:custGeom>
            <a:avLst/>
            <a:gdLst/>
            <a:ahLst/>
            <a:cxnLst/>
            <a:rect l="l" t="t" r="r" b="b"/>
            <a:pathLst>
              <a:path w="50057" h="58474" extrusionOk="0">
                <a:moveTo>
                  <a:pt x="50057" y="0"/>
                </a:moveTo>
                <a:cubicBezTo>
                  <a:pt x="43474" y="898"/>
                  <a:pt x="37651" y="5576"/>
                  <a:pt x="35449" y="11928"/>
                </a:cubicBezTo>
                <a:cubicBezTo>
                  <a:pt x="33409" y="17811"/>
                  <a:pt x="33734" y="24451"/>
                  <a:pt x="29541" y="29453"/>
                </a:cubicBezTo>
                <a:cubicBezTo>
                  <a:pt x="25003" y="34866"/>
                  <a:pt x="17670" y="36814"/>
                  <a:pt x="11677" y="40081"/>
                </a:cubicBezTo>
                <a:cubicBezTo>
                  <a:pt x="8617" y="41749"/>
                  <a:pt x="5755" y="43845"/>
                  <a:pt x="3672" y="46674"/>
                </a:cubicBezTo>
                <a:cubicBezTo>
                  <a:pt x="1853" y="49152"/>
                  <a:pt x="668" y="52038"/>
                  <a:pt x="221" y="55079"/>
                </a:cubicBezTo>
                <a:cubicBezTo>
                  <a:pt x="59" y="56203"/>
                  <a:pt x="1" y="57339"/>
                  <a:pt x="48" y="58473"/>
                </a:cubicBezTo>
                <a:lnTo>
                  <a:pt x="50057" y="58473"/>
                </a:lnTo>
                <a:lnTo>
                  <a:pt x="50057" y="0"/>
                </a:ln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33"/>
          <p:cNvSpPr/>
          <p:nvPr/>
        </p:nvSpPr>
        <p:spPr>
          <a:xfrm rot="8629168">
            <a:off x="-1559635" y="120431"/>
            <a:ext cx="4033685" cy="4712146"/>
          </a:xfrm>
          <a:custGeom>
            <a:avLst/>
            <a:gdLst/>
            <a:ahLst/>
            <a:cxnLst/>
            <a:rect l="l" t="t" r="r" b="b"/>
            <a:pathLst>
              <a:path w="50057" h="58474" extrusionOk="0">
                <a:moveTo>
                  <a:pt x="50057" y="0"/>
                </a:moveTo>
                <a:cubicBezTo>
                  <a:pt x="43474" y="898"/>
                  <a:pt x="37651" y="5576"/>
                  <a:pt x="35449" y="11928"/>
                </a:cubicBezTo>
                <a:cubicBezTo>
                  <a:pt x="33409" y="17811"/>
                  <a:pt x="33734" y="24451"/>
                  <a:pt x="29541" y="29453"/>
                </a:cubicBezTo>
                <a:cubicBezTo>
                  <a:pt x="25003" y="34866"/>
                  <a:pt x="17670" y="36814"/>
                  <a:pt x="11677" y="40081"/>
                </a:cubicBezTo>
                <a:cubicBezTo>
                  <a:pt x="8617" y="41749"/>
                  <a:pt x="5755" y="43845"/>
                  <a:pt x="3672" y="46674"/>
                </a:cubicBezTo>
                <a:cubicBezTo>
                  <a:pt x="1853" y="49152"/>
                  <a:pt x="668" y="52038"/>
                  <a:pt x="221" y="55079"/>
                </a:cubicBezTo>
                <a:cubicBezTo>
                  <a:pt x="59" y="56203"/>
                  <a:pt x="1" y="57339"/>
                  <a:pt x="48" y="58473"/>
                </a:cubicBezTo>
                <a:lnTo>
                  <a:pt x="50057" y="58473"/>
                </a:lnTo>
                <a:lnTo>
                  <a:pt x="50057" y="0"/>
                </a:ln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gradFill>
          <a:gsLst>
            <a:gs pos="0">
              <a:schemeClr val="accent1"/>
            </a:gs>
            <a:gs pos="79000">
              <a:schemeClr val="lt1"/>
            </a:gs>
            <a:gs pos="100000">
              <a:schemeClr val="accent6"/>
            </a:gs>
          </a:gsLst>
          <a:lin ang="18900732" scaled="0"/>
        </a:gra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"/>
          <p:cNvSpPr/>
          <p:nvPr/>
        </p:nvSpPr>
        <p:spPr>
          <a:xfrm>
            <a:off x="7493100" y="-1161975"/>
            <a:ext cx="4222669" cy="4239492"/>
          </a:xfrm>
          <a:custGeom>
            <a:avLst/>
            <a:gdLst/>
            <a:ahLst/>
            <a:cxnLst/>
            <a:rect l="l" t="t" r="r" b="b"/>
            <a:pathLst>
              <a:path w="53969" h="54184" extrusionOk="0">
                <a:moveTo>
                  <a:pt x="26985" y="13177"/>
                </a:moveTo>
                <a:cubicBezTo>
                  <a:pt x="34640" y="13177"/>
                  <a:pt x="40845" y="19406"/>
                  <a:pt x="40845" y="27092"/>
                </a:cubicBezTo>
                <a:cubicBezTo>
                  <a:pt x="40845" y="34777"/>
                  <a:pt x="34640" y="41007"/>
                  <a:pt x="26985" y="41007"/>
                </a:cubicBezTo>
                <a:cubicBezTo>
                  <a:pt x="19330" y="41007"/>
                  <a:pt x="13124" y="34777"/>
                  <a:pt x="13124" y="27092"/>
                </a:cubicBezTo>
                <a:cubicBezTo>
                  <a:pt x="13124" y="19406"/>
                  <a:pt x="19330" y="13177"/>
                  <a:pt x="26985" y="13177"/>
                </a:cubicBezTo>
                <a:close/>
                <a:moveTo>
                  <a:pt x="26985" y="0"/>
                </a:moveTo>
                <a:cubicBezTo>
                  <a:pt x="12081" y="0"/>
                  <a:pt x="0" y="12130"/>
                  <a:pt x="0" y="27092"/>
                </a:cubicBezTo>
                <a:cubicBezTo>
                  <a:pt x="0" y="42054"/>
                  <a:pt x="12081" y="54184"/>
                  <a:pt x="26985" y="54184"/>
                </a:cubicBezTo>
                <a:cubicBezTo>
                  <a:pt x="41887" y="54184"/>
                  <a:pt x="53968" y="42054"/>
                  <a:pt x="53968" y="27092"/>
                </a:cubicBezTo>
                <a:cubicBezTo>
                  <a:pt x="53968" y="12130"/>
                  <a:pt x="41887" y="0"/>
                  <a:pt x="26985" y="0"/>
                </a:cubicBez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34"/>
          <p:cNvSpPr/>
          <p:nvPr/>
        </p:nvSpPr>
        <p:spPr>
          <a:xfrm>
            <a:off x="-2665675" y="2789975"/>
            <a:ext cx="4222669" cy="4239492"/>
          </a:xfrm>
          <a:custGeom>
            <a:avLst/>
            <a:gdLst/>
            <a:ahLst/>
            <a:cxnLst/>
            <a:rect l="l" t="t" r="r" b="b"/>
            <a:pathLst>
              <a:path w="53969" h="54184" extrusionOk="0">
                <a:moveTo>
                  <a:pt x="26985" y="13177"/>
                </a:moveTo>
                <a:cubicBezTo>
                  <a:pt x="34640" y="13177"/>
                  <a:pt x="40845" y="19406"/>
                  <a:pt x="40845" y="27092"/>
                </a:cubicBezTo>
                <a:cubicBezTo>
                  <a:pt x="40845" y="34777"/>
                  <a:pt x="34640" y="41007"/>
                  <a:pt x="26985" y="41007"/>
                </a:cubicBezTo>
                <a:cubicBezTo>
                  <a:pt x="19330" y="41007"/>
                  <a:pt x="13124" y="34777"/>
                  <a:pt x="13124" y="27092"/>
                </a:cubicBezTo>
                <a:cubicBezTo>
                  <a:pt x="13124" y="19406"/>
                  <a:pt x="19330" y="13177"/>
                  <a:pt x="26985" y="13177"/>
                </a:cubicBezTo>
                <a:close/>
                <a:moveTo>
                  <a:pt x="26985" y="0"/>
                </a:moveTo>
                <a:cubicBezTo>
                  <a:pt x="12081" y="0"/>
                  <a:pt x="0" y="12130"/>
                  <a:pt x="0" y="27092"/>
                </a:cubicBezTo>
                <a:cubicBezTo>
                  <a:pt x="0" y="42054"/>
                  <a:pt x="12081" y="54184"/>
                  <a:pt x="26985" y="54184"/>
                </a:cubicBezTo>
                <a:cubicBezTo>
                  <a:pt x="41887" y="54184"/>
                  <a:pt x="53968" y="42054"/>
                  <a:pt x="53968" y="27092"/>
                </a:cubicBezTo>
                <a:cubicBezTo>
                  <a:pt x="53968" y="12130"/>
                  <a:pt x="41887" y="0"/>
                  <a:pt x="26985" y="0"/>
                </a:cubicBez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34"/>
          <p:cNvSpPr/>
          <p:nvPr/>
        </p:nvSpPr>
        <p:spPr>
          <a:xfrm rot="1848319">
            <a:off x="6172266" y="2568611"/>
            <a:ext cx="3492400" cy="4079767"/>
          </a:xfrm>
          <a:custGeom>
            <a:avLst/>
            <a:gdLst/>
            <a:ahLst/>
            <a:cxnLst/>
            <a:rect l="l" t="t" r="r" b="b"/>
            <a:pathLst>
              <a:path w="50057" h="58474" extrusionOk="0">
                <a:moveTo>
                  <a:pt x="50057" y="0"/>
                </a:moveTo>
                <a:cubicBezTo>
                  <a:pt x="43474" y="898"/>
                  <a:pt x="37651" y="5576"/>
                  <a:pt x="35449" y="11928"/>
                </a:cubicBezTo>
                <a:cubicBezTo>
                  <a:pt x="33409" y="17811"/>
                  <a:pt x="33734" y="24451"/>
                  <a:pt x="29541" y="29453"/>
                </a:cubicBezTo>
                <a:cubicBezTo>
                  <a:pt x="25003" y="34866"/>
                  <a:pt x="17670" y="36814"/>
                  <a:pt x="11677" y="40081"/>
                </a:cubicBezTo>
                <a:cubicBezTo>
                  <a:pt x="8617" y="41749"/>
                  <a:pt x="5755" y="43845"/>
                  <a:pt x="3672" y="46674"/>
                </a:cubicBezTo>
                <a:cubicBezTo>
                  <a:pt x="1853" y="49152"/>
                  <a:pt x="668" y="52038"/>
                  <a:pt x="221" y="55079"/>
                </a:cubicBezTo>
                <a:cubicBezTo>
                  <a:pt x="59" y="56203"/>
                  <a:pt x="1" y="57339"/>
                  <a:pt x="48" y="58473"/>
                </a:cubicBezTo>
                <a:lnTo>
                  <a:pt x="50057" y="58473"/>
                </a:lnTo>
                <a:lnTo>
                  <a:pt x="50057" y="0"/>
                </a:ln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34"/>
          <p:cNvSpPr/>
          <p:nvPr/>
        </p:nvSpPr>
        <p:spPr>
          <a:xfrm rot="7003599" flipH="1">
            <a:off x="19183" y="-1603364"/>
            <a:ext cx="3492424" cy="4079671"/>
          </a:xfrm>
          <a:custGeom>
            <a:avLst/>
            <a:gdLst/>
            <a:ahLst/>
            <a:cxnLst/>
            <a:rect l="l" t="t" r="r" b="b"/>
            <a:pathLst>
              <a:path w="50057" h="58474" extrusionOk="0">
                <a:moveTo>
                  <a:pt x="50057" y="0"/>
                </a:moveTo>
                <a:cubicBezTo>
                  <a:pt x="43474" y="898"/>
                  <a:pt x="37651" y="5576"/>
                  <a:pt x="35449" y="11928"/>
                </a:cubicBezTo>
                <a:cubicBezTo>
                  <a:pt x="33409" y="17811"/>
                  <a:pt x="33734" y="24451"/>
                  <a:pt x="29541" y="29453"/>
                </a:cubicBezTo>
                <a:cubicBezTo>
                  <a:pt x="25003" y="34866"/>
                  <a:pt x="17670" y="36814"/>
                  <a:pt x="11677" y="40081"/>
                </a:cubicBezTo>
                <a:cubicBezTo>
                  <a:pt x="8617" y="41749"/>
                  <a:pt x="5755" y="43845"/>
                  <a:pt x="3672" y="46674"/>
                </a:cubicBezTo>
                <a:cubicBezTo>
                  <a:pt x="1853" y="49152"/>
                  <a:pt x="668" y="52038"/>
                  <a:pt x="221" y="55079"/>
                </a:cubicBezTo>
                <a:cubicBezTo>
                  <a:pt x="59" y="56203"/>
                  <a:pt x="1" y="57339"/>
                  <a:pt x="48" y="58473"/>
                </a:cubicBezTo>
                <a:lnTo>
                  <a:pt x="50057" y="58473"/>
                </a:lnTo>
                <a:lnTo>
                  <a:pt x="50057" y="0"/>
                </a:ln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bg>
      <p:bgPr>
        <a:gradFill>
          <a:gsLst>
            <a:gs pos="0">
              <a:schemeClr val="accent1"/>
            </a:gs>
            <a:gs pos="79000">
              <a:schemeClr val="lt1"/>
            </a:gs>
            <a:gs pos="100000">
              <a:schemeClr val="accent6"/>
            </a:gs>
          </a:gsLst>
          <a:lin ang="2700006" scaled="0"/>
        </a:gra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 txBox="1">
            <a:spLocks noGrp="1"/>
          </p:cNvSpPr>
          <p:nvPr>
            <p:ph type="ctrTitle"/>
          </p:nvPr>
        </p:nvSpPr>
        <p:spPr>
          <a:xfrm>
            <a:off x="2175650" y="517425"/>
            <a:ext cx="48075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500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1" name="Google Shape;241;p32"/>
          <p:cNvSpPr txBox="1">
            <a:spLocks noGrp="1"/>
          </p:cNvSpPr>
          <p:nvPr>
            <p:ph type="subTitle" idx="1"/>
          </p:nvPr>
        </p:nvSpPr>
        <p:spPr>
          <a:xfrm>
            <a:off x="2425075" y="1628450"/>
            <a:ext cx="4293900" cy="13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42" name="Google Shape;242;p32"/>
          <p:cNvSpPr txBox="1"/>
          <p:nvPr/>
        </p:nvSpPr>
        <p:spPr>
          <a:xfrm>
            <a:off x="2774700" y="4017675"/>
            <a:ext cx="35946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lang="en" sz="1100" b="1">
                <a:solidFill>
                  <a:schemeClr val="lt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lang="en" sz="1100" b="1">
                <a:solidFill>
                  <a:schemeClr val="lt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, infographics &amp; images by </a:t>
            </a:r>
            <a:r>
              <a:rPr lang="en" sz="1100" b="1">
                <a:solidFill>
                  <a:schemeClr val="lt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 b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100" b="1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3" name="Google Shape;243;p32"/>
          <p:cNvSpPr/>
          <p:nvPr/>
        </p:nvSpPr>
        <p:spPr>
          <a:xfrm>
            <a:off x="-1727100" y="101677"/>
            <a:ext cx="2883159" cy="2894645"/>
          </a:xfrm>
          <a:custGeom>
            <a:avLst/>
            <a:gdLst/>
            <a:ahLst/>
            <a:cxnLst/>
            <a:rect l="l" t="t" r="r" b="b"/>
            <a:pathLst>
              <a:path w="53969" h="54184" extrusionOk="0">
                <a:moveTo>
                  <a:pt x="26985" y="13177"/>
                </a:moveTo>
                <a:cubicBezTo>
                  <a:pt x="34640" y="13177"/>
                  <a:pt x="40845" y="19406"/>
                  <a:pt x="40845" y="27092"/>
                </a:cubicBezTo>
                <a:cubicBezTo>
                  <a:pt x="40845" y="34777"/>
                  <a:pt x="34640" y="41007"/>
                  <a:pt x="26985" y="41007"/>
                </a:cubicBezTo>
                <a:cubicBezTo>
                  <a:pt x="19330" y="41007"/>
                  <a:pt x="13124" y="34777"/>
                  <a:pt x="13124" y="27092"/>
                </a:cubicBezTo>
                <a:cubicBezTo>
                  <a:pt x="13124" y="19406"/>
                  <a:pt x="19330" y="13177"/>
                  <a:pt x="26985" y="13177"/>
                </a:cubicBezTo>
                <a:close/>
                <a:moveTo>
                  <a:pt x="26985" y="0"/>
                </a:moveTo>
                <a:cubicBezTo>
                  <a:pt x="12081" y="0"/>
                  <a:pt x="0" y="12130"/>
                  <a:pt x="0" y="27092"/>
                </a:cubicBezTo>
                <a:cubicBezTo>
                  <a:pt x="0" y="42054"/>
                  <a:pt x="12081" y="54184"/>
                  <a:pt x="26985" y="54184"/>
                </a:cubicBezTo>
                <a:cubicBezTo>
                  <a:pt x="41887" y="54184"/>
                  <a:pt x="53968" y="42054"/>
                  <a:pt x="53968" y="27092"/>
                </a:cubicBezTo>
                <a:cubicBezTo>
                  <a:pt x="53968" y="12130"/>
                  <a:pt x="41887" y="0"/>
                  <a:pt x="26985" y="0"/>
                </a:cubicBez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32"/>
          <p:cNvSpPr/>
          <p:nvPr/>
        </p:nvSpPr>
        <p:spPr>
          <a:xfrm>
            <a:off x="7988000" y="1906027"/>
            <a:ext cx="2883159" cy="2894645"/>
          </a:xfrm>
          <a:custGeom>
            <a:avLst/>
            <a:gdLst/>
            <a:ahLst/>
            <a:cxnLst/>
            <a:rect l="l" t="t" r="r" b="b"/>
            <a:pathLst>
              <a:path w="53969" h="54184" extrusionOk="0">
                <a:moveTo>
                  <a:pt x="26985" y="13177"/>
                </a:moveTo>
                <a:cubicBezTo>
                  <a:pt x="34640" y="13177"/>
                  <a:pt x="40845" y="19406"/>
                  <a:pt x="40845" y="27092"/>
                </a:cubicBezTo>
                <a:cubicBezTo>
                  <a:pt x="40845" y="34777"/>
                  <a:pt x="34640" y="41007"/>
                  <a:pt x="26985" y="41007"/>
                </a:cubicBezTo>
                <a:cubicBezTo>
                  <a:pt x="19330" y="41007"/>
                  <a:pt x="13124" y="34777"/>
                  <a:pt x="13124" y="27092"/>
                </a:cubicBezTo>
                <a:cubicBezTo>
                  <a:pt x="13124" y="19406"/>
                  <a:pt x="19330" y="13177"/>
                  <a:pt x="26985" y="13177"/>
                </a:cubicBezTo>
                <a:close/>
                <a:moveTo>
                  <a:pt x="26985" y="0"/>
                </a:moveTo>
                <a:cubicBezTo>
                  <a:pt x="12081" y="0"/>
                  <a:pt x="0" y="12130"/>
                  <a:pt x="0" y="27092"/>
                </a:cubicBezTo>
                <a:cubicBezTo>
                  <a:pt x="0" y="42054"/>
                  <a:pt x="12081" y="54184"/>
                  <a:pt x="26985" y="54184"/>
                </a:cubicBezTo>
                <a:cubicBezTo>
                  <a:pt x="41887" y="54184"/>
                  <a:pt x="53968" y="42054"/>
                  <a:pt x="53968" y="27092"/>
                </a:cubicBezTo>
                <a:cubicBezTo>
                  <a:pt x="53968" y="12130"/>
                  <a:pt x="41887" y="0"/>
                  <a:pt x="26985" y="0"/>
                </a:cubicBez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1793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1"/>
            </a:gs>
            <a:gs pos="5000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3500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ato"/>
              <a:buChar char="●"/>
              <a:defRPr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ato"/>
              <a:buChar char="○"/>
              <a:defRPr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ato"/>
              <a:buChar char="■"/>
              <a:defRPr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ato"/>
              <a:buChar char="●"/>
              <a:defRPr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ato"/>
              <a:buChar char="○"/>
              <a:defRPr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ato"/>
              <a:buChar char="■"/>
              <a:defRPr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ato"/>
              <a:buChar char="●"/>
              <a:defRPr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ato"/>
              <a:buChar char="○"/>
              <a:defRPr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Lato"/>
              <a:buChar char="■"/>
              <a:defRPr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61" r:id="rId3"/>
    <p:sldLayoutId id="2147483679" r:id="rId4"/>
    <p:sldLayoutId id="2147483680" r:id="rId5"/>
    <p:sldLayoutId id="214748368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79000">
              <a:schemeClr val="lt1"/>
            </a:gs>
            <a:gs pos="100000">
              <a:schemeClr val="accent6"/>
            </a:gs>
          </a:gsLst>
          <a:lin ang="2700006" scaled="0"/>
        </a:gra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 txBox="1">
            <a:spLocks noGrp="1"/>
          </p:cNvSpPr>
          <p:nvPr>
            <p:ph type="ctrTitle"/>
          </p:nvPr>
        </p:nvSpPr>
        <p:spPr>
          <a:xfrm>
            <a:off x="1005696" y="550915"/>
            <a:ext cx="5838300" cy="25816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TIỂU LUẬN CHUYÊN NGÀNH</a:t>
            </a:r>
            <a:endParaRPr dirty="0">
              <a:latin typeface="Bebas Neue Pro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5" name="Google Shape;265;p38"/>
          <p:cNvSpPr txBox="1">
            <a:spLocks noGrp="1"/>
          </p:cNvSpPr>
          <p:nvPr>
            <p:ph type="subTitle" idx="1"/>
          </p:nvPr>
        </p:nvSpPr>
        <p:spPr>
          <a:xfrm>
            <a:off x="715100" y="4214900"/>
            <a:ext cx="5838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WEBSITE bán hàng </a:t>
            </a:r>
            <a:endParaRPr dirty="0"/>
          </a:p>
        </p:txBody>
      </p:sp>
      <p:cxnSp>
        <p:nvCxnSpPr>
          <p:cNvPr id="266" name="Google Shape;266;p38"/>
          <p:cNvCxnSpPr/>
          <p:nvPr/>
        </p:nvCxnSpPr>
        <p:spPr>
          <a:xfrm>
            <a:off x="536502" y="4723924"/>
            <a:ext cx="5481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67" name="Google Shape;267;p38"/>
          <p:cNvGrpSpPr/>
          <p:nvPr/>
        </p:nvGrpSpPr>
        <p:grpSpPr>
          <a:xfrm>
            <a:off x="6978465" y="570975"/>
            <a:ext cx="1450362" cy="1447410"/>
            <a:chOff x="7193640" y="535000"/>
            <a:chExt cx="1450362" cy="1447410"/>
          </a:xfrm>
        </p:grpSpPr>
        <p:sp>
          <p:nvSpPr>
            <p:cNvPr id="268" name="Google Shape;268;p38"/>
            <p:cNvSpPr/>
            <p:nvPr/>
          </p:nvSpPr>
          <p:spPr>
            <a:xfrm>
              <a:off x="8222280" y="600283"/>
              <a:ext cx="179093" cy="1316756"/>
            </a:xfrm>
            <a:custGeom>
              <a:avLst/>
              <a:gdLst/>
              <a:ahLst/>
              <a:cxnLst/>
              <a:rect l="l" t="t" r="r" b="b"/>
              <a:pathLst>
                <a:path w="2052" h="15087" extrusionOk="0">
                  <a:moveTo>
                    <a:pt x="2052" y="13741"/>
                  </a:moveTo>
                  <a:lnTo>
                    <a:pt x="2052" y="1347"/>
                  </a:lnTo>
                  <a:cubicBezTo>
                    <a:pt x="1438" y="799"/>
                    <a:pt x="747" y="346"/>
                    <a:pt x="0" y="0"/>
                  </a:cubicBezTo>
                  <a:lnTo>
                    <a:pt x="0" y="15087"/>
                  </a:lnTo>
                  <a:cubicBezTo>
                    <a:pt x="747" y="14742"/>
                    <a:pt x="1438" y="14288"/>
                    <a:pt x="2052" y="13741"/>
                  </a:cubicBezTo>
                  <a:close/>
                </a:path>
              </a:pathLst>
            </a:custGeom>
            <a:gradFill>
              <a:gsLst>
                <a:gs pos="0">
                  <a:schemeClr val="dk1">
                    <a:alpha val="28130"/>
                  </a:schemeClr>
                </a:gs>
                <a:gs pos="50000">
                  <a:schemeClr val="lt1">
                    <a:alpha val="28130"/>
                  </a:schemeClr>
                </a:gs>
                <a:gs pos="100000">
                  <a:schemeClr val="dk2">
                    <a:alpha val="28130"/>
                  </a:scheme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8"/>
            <p:cNvSpPr/>
            <p:nvPr/>
          </p:nvSpPr>
          <p:spPr>
            <a:xfrm>
              <a:off x="7960276" y="535000"/>
              <a:ext cx="179093" cy="1447323"/>
            </a:xfrm>
            <a:custGeom>
              <a:avLst/>
              <a:gdLst/>
              <a:ahLst/>
              <a:cxnLst/>
              <a:rect l="l" t="t" r="r" b="b"/>
              <a:pathLst>
                <a:path w="2052" h="16583" extrusionOk="0">
                  <a:moveTo>
                    <a:pt x="2052" y="16205"/>
                  </a:moveTo>
                  <a:lnTo>
                    <a:pt x="2052" y="378"/>
                  </a:lnTo>
                  <a:cubicBezTo>
                    <a:pt x="1387" y="166"/>
                    <a:pt x="697" y="40"/>
                    <a:pt x="0" y="0"/>
                  </a:cubicBezTo>
                  <a:lnTo>
                    <a:pt x="0" y="16583"/>
                  </a:lnTo>
                  <a:cubicBezTo>
                    <a:pt x="697" y="16544"/>
                    <a:pt x="1387" y="16417"/>
                    <a:pt x="2052" y="16205"/>
                  </a:cubicBezTo>
                  <a:close/>
                </a:path>
              </a:pathLst>
            </a:custGeom>
            <a:gradFill>
              <a:gsLst>
                <a:gs pos="0">
                  <a:schemeClr val="dk1">
                    <a:alpha val="28130"/>
                  </a:schemeClr>
                </a:gs>
                <a:gs pos="50000">
                  <a:schemeClr val="lt1">
                    <a:alpha val="28130"/>
                  </a:schemeClr>
                </a:gs>
                <a:gs pos="100000">
                  <a:schemeClr val="dk2">
                    <a:alpha val="28130"/>
                  </a:scheme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8"/>
            <p:cNvSpPr/>
            <p:nvPr/>
          </p:nvSpPr>
          <p:spPr>
            <a:xfrm>
              <a:off x="8484197" y="805295"/>
              <a:ext cx="159805" cy="906726"/>
            </a:xfrm>
            <a:custGeom>
              <a:avLst/>
              <a:gdLst/>
              <a:ahLst/>
              <a:cxnLst/>
              <a:rect l="l" t="t" r="r" b="b"/>
              <a:pathLst>
                <a:path w="1831" h="10389" extrusionOk="0">
                  <a:moveTo>
                    <a:pt x="1828" y="5195"/>
                  </a:moveTo>
                  <a:cubicBezTo>
                    <a:pt x="1830" y="3305"/>
                    <a:pt x="1185" y="1472"/>
                    <a:pt x="1" y="1"/>
                  </a:cubicBezTo>
                  <a:lnTo>
                    <a:pt x="1" y="10388"/>
                  </a:lnTo>
                  <a:cubicBezTo>
                    <a:pt x="1186" y="8917"/>
                    <a:pt x="1830" y="7084"/>
                    <a:pt x="1828" y="5195"/>
                  </a:cubicBezTo>
                  <a:close/>
                </a:path>
              </a:pathLst>
            </a:custGeom>
            <a:gradFill>
              <a:gsLst>
                <a:gs pos="0">
                  <a:schemeClr val="dk1">
                    <a:alpha val="28130"/>
                  </a:schemeClr>
                </a:gs>
                <a:gs pos="50000">
                  <a:schemeClr val="lt1">
                    <a:alpha val="28130"/>
                  </a:schemeClr>
                </a:gs>
                <a:gs pos="100000">
                  <a:schemeClr val="dk2">
                    <a:alpha val="28130"/>
                  </a:scheme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8"/>
            <p:cNvSpPr/>
            <p:nvPr/>
          </p:nvSpPr>
          <p:spPr>
            <a:xfrm>
              <a:off x="7193640" y="805295"/>
              <a:ext cx="159631" cy="906726"/>
            </a:xfrm>
            <a:custGeom>
              <a:avLst/>
              <a:gdLst/>
              <a:ahLst/>
              <a:cxnLst/>
              <a:rect l="l" t="t" r="r" b="b"/>
              <a:pathLst>
                <a:path w="1829" h="10389" extrusionOk="0">
                  <a:moveTo>
                    <a:pt x="3" y="5195"/>
                  </a:moveTo>
                  <a:cubicBezTo>
                    <a:pt x="1" y="7084"/>
                    <a:pt x="645" y="8917"/>
                    <a:pt x="1829" y="10388"/>
                  </a:cubicBezTo>
                  <a:lnTo>
                    <a:pt x="1829" y="1"/>
                  </a:lnTo>
                  <a:cubicBezTo>
                    <a:pt x="645" y="1472"/>
                    <a:pt x="1" y="3305"/>
                    <a:pt x="3" y="5195"/>
                  </a:cubicBezTo>
                  <a:close/>
                </a:path>
              </a:pathLst>
            </a:custGeom>
            <a:gradFill>
              <a:gsLst>
                <a:gs pos="0">
                  <a:schemeClr val="dk1">
                    <a:alpha val="28130"/>
                  </a:schemeClr>
                </a:gs>
                <a:gs pos="50000">
                  <a:schemeClr val="lt1">
                    <a:alpha val="28130"/>
                  </a:schemeClr>
                </a:gs>
                <a:gs pos="100000">
                  <a:schemeClr val="dk2">
                    <a:alpha val="28130"/>
                  </a:scheme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8"/>
            <p:cNvSpPr/>
            <p:nvPr/>
          </p:nvSpPr>
          <p:spPr>
            <a:xfrm>
              <a:off x="7698272" y="535000"/>
              <a:ext cx="179093" cy="1447410"/>
            </a:xfrm>
            <a:custGeom>
              <a:avLst/>
              <a:gdLst/>
              <a:ahLst/>
              <a:cxnLst/>
              <a:rect l="l" t="t" r="r" b="b"/>
              <a:pathLst>
                <a:path w="2052" h="16584" extrusionOk="0">
                  <a:moveTo>
                    <a:pt x="2052" y="16584"/>
                  </a:moveTo>
                  <a:lnTo>
                    <a:pt x="2052" y="0"/>
                  </a:lnTo>
                  <a:cubicBezTo>
                    <a:pt x="1355" y="40"/>
                    <a:pt x="665" y="166"/>
                    <a:pt x="0" y="379"/>
                  </a:cubicBezTo>
                  <a:lnTo>
                    <a:pt x="0" y="16205"/>
                  </a:lnTo>
                  <a:cubicBezTo>
                    <a:pt x="665" y="16418"/>
                    <a:pt x="1355" y="16545"/>
                    <a:pt x="2052" y="16584"/>
                  </a:cubicBezTo>
                  <a:close/>
                </a:path>
              </a:pathLst>
            </a:custGeom>
            <a:gradFill>
              <a:gsLst>
                <a:gs pos="0">
                  <a:schemeClr val="dk1">
                    <a:alpha val="28130"/>
                  </a:schemeClr>
                </a:gs>
                <a:gs pos="50000">
                  <a:schemeClr val="lt1">
                    <a:alpha val="28130"/>
                  </a:schemeClr>
                </a:gs>
                <a:gs pos="100000">
                  <a:schemeClr val="dk2">
                    <a:alpha val="28130"/>
                  </a:scheme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8"/>
            <p:cNvSpPr/>
            <p:nvPr/>
          </p:nvSpPr>
          <p:spPr>
            <a:xfrm>
              <a:off x="7436268" y="600283"/>
              <a:ext cx="179093" cy="1316756"/>
            </a:xfrm>
            <a:custGeom>
              <a:avLst/>
              <a:gdLst/>
              <a:ahLst/>
              <a:cxnLst/>
              <a:rect l="l" t="t" r="r" b="b"/>
              <a:pathLst>
                <a:path w="2052" h="15087" extrusionOk="0">
                  <a:moveTo>
                    <a:pt x="0" y="13741"/>
                  </a:moveTo>
                  <a:cubicBezTo>
                    <a:pt x="614" y="14288"/>
                    <a:pt x="1305" y="14742"/>
                    <a:pt x="2052" y="15087"/>
                  </a:cubicBezTo>
                  <a:lnTo>
                    <a:pt x="2052" y="0"/>
                  </a:lnTo>
                  <a:cubicBezTo>
                    <a:pt x="1305" y="346"/>
                    <a:pt x="614" y="799"/>
                    <a:pt x="0" y="1347"/>
                  </a:cubicBezTo>
                  <a:close/>
                </a:path>
              </a:pathLst>
            </a:custGeom>
            <a:gradFill>
              <a:gsLst>
                <a:gs pos="0">
                  <a:schemeClr val="dk1">
                    <a:alpha val="28130"/>
                  </a:schemeClr>
                </a:gs>
                <a:gs pos="50000">
                  <a:schemeClr val="lt1">
                    <a:alpha val="28130"/>
                  </a:schemeClr>
                </a:gs>
                <a:gs pos="100000">
                  <a:schemeClr val="dk2">
                    <a:alpha val="28130"/>
                  </a:scheme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4" name="Google Shape;274;p38"/>
          <p:cNvGrpSpPr/>
          <p:nvPr/>
        </p:nvGrpSpPr>
        <p:grpSpPr>
          <a:xfrm flipH="1">
            <a:off x="6812698" y="14485"/>
            <a:ext cx="2222991" cy="2380171"/>
            <a:chOff x="279450" y="571167"/>
            <a:chExt cx="1533626" cy="1642063"/>
          </a:xfrm>
        </p:grpSpPr>
        <p:sp>
          <p:nvSpPr>
            <p:cNvPr id="275" name="Google Shape;275;p38"/>
            <p:cNvSpPr/>
            <p:nvPr/>
          </p:nvSpPr>
          <p:spPr>
            <a:xfrm>
              <a:off x="328046" y="591443"/>
              <a:ext cx="1470248" cy="1255737"/>
            </a:xfrm>
            <a:custGeom>
              <a:avLst/>
              <a:gdLst/>
              <a:ahLst/>
              <a:cxnLst/>
              <a:rect l="l" t="t" r="r" b="b"/>
              <a:pathLst>
                <a:path w="38574" h="32946" extrusionOk="0">
                  <a:moveTo>
                    <a:pt x="547" y="31774"/>
                  </a:moveTo>
                  <a:cubicBezTo>
                    <a:pt x="2603" y="32632"/>
                    <a:pt x="4864" y="32946"/>
                    <a:pt x="7070" y="32574"/>
                  </a:cubicBezTo>
                  <a:cubicBezTo>
                    <a:pt x="9317" y="32195"/>
                    <a:pt x="11298" y="31096"/>
                    <a:pt x="13328" y="30122"/>
                  </a:cubicBezTo>
                  <a:cubicBezTo>
                    <a:pt x="15399" y="29128"/>
                    <a:pt x="17589" y="28397"/>
                    <a:pt x="19866" y="28065"/>
                  </a:cubicBezTo>
                  <a:cubicBezTo>
                    <a:pt x="22349" y="27703"/>
                    <a:pt x="24838" y="27849"/>
                    <a:pt x="27317" y="28184"/>
                  </a:cubicBezTo>
                  <a:cubicBezTo>
                    <a:pt x="29584" y="28491"/>
                    <a:pt x="32081" y="29201"/>
                    <a:pt x="34326" y="28412"/>
                  </a:cubicBezTo>
                  <a:cubicBezTo>
                    <a:pt x="35850" y="27875"/>
                    <a:pt x="37009" y="26591"/>
                    <a:pt x="37270" y="24982"/>
                  </a:cubicBezTo>
                  <a:cubicBezTo>
                    <a:pt x="37535" y="23347"/>
                    <a:pt x="36855" y="21789"/>
                    <a:pt x="36075" y="20392"/>
                  </a:cubicBezTo>
                  <a:cubicBezTo>
                    <a:pt x="35272" y="18955"/>
                    <a:pt x="34226" y="17655"/>
                    <a:pt x="33050" y="16506"/>
                  </a:cubicBezTo>
                  <a:cubicBezTo>
                    <a:pt x="30600" y="14113"/>
                    <a:pt x="27483" y="12314"/>
                    <a:pt x="24141" y="11530"/>
                  </a:cubicBezTo>
                  <a:cubicBezTo>
                    <a:pt x="21049" y="10804"/>
                    <a:pt x="17115" y="10926"/>
                    <a:pt x="14486" y="12942"/>
                  </a:cubicBezTo>
                  <a:cubicBezTo>
                    <a:pt x="13185" y="13939"/>
                    <a:pt x="12467" y="15527"/>
                    <a:pt x="12809" y="17160"/>
                  </a:cubicBezTo>
                  <a:cubicBezTo>
                    <a:pt x="13084" y="18470"/>
                    <a:pt x="14016" y="19483"/>
                    <a:pt x="15098" y="20211"/>
                  </a:cubicBezTo>
                  <a:cubicBezTo>
                    <a:pt x="17696" y="21961"/>
                    <a:pt x="21091" y="22431"/>
                    <a:pt x="24137" y="21952"/>
                  </a:cubicBezTo>
                  <a:cubicBezTo>
                    <a:pt x="27944" y="21354"/>
                    <a:pt x="31452" y="19344"/>
                    <a:pt x="34027" y="16495"/>
                  </a:cubicBezTo>
                  <a:cubicBezTo>
                    <a:pt x="37100" y="13096"/>
                    <a:pt x="38574" y="8661"/>
                    <a:pt x="38471" y="4108"/>
                  </a:cubicBezTo>
                  <a:cubicBezTo>
                    <a:pt x="38445" y="2923"/>
                    <a:pt x="38310" y="1744"/>
                    <a:pt x="38108" y="578"/>
                  </a:cubicBezTo>
                  <a:cubicBezTo>
                    <a:pt x="38007" y="0"/>
                    <a:pt x="37090" y="63"/>
                    <a:pt x="37191" y="648"/>
                  </a:cubicBezTo>
                  <a:cubicBezTo>
                    <a:pt x="37913" y="4798"/>
                    <a:pt x="37586" y="9103"/>
                    <a:pt x="35520" y="12843"/>
                  </a:cubicBezTo>
                  <a:cubicBezTo>
                    <a:pt x="33688" y="16161"/>
                    <a:pt x="30651" y="18832"/>
                    <a:pt x="27115" y="20203"/>
                  </a:cubicBezTo>
                  <a:cubicBezTo>
                    <a:pt x="24205" y="21332"/>
                    <a:pt x="20945" y="21577"/>
                    <a:pt x="17965" y="20579"/>
                  </a:cubicBezTo>
                  <a:cubicBezTo>
                    <a:pt x="15674" y="19813"/>
                    <a:pt x="12552" y="17775"/>
                    <a:pt x="13962" y="14928"/>
                  </a:cubicBezTo>
                  <a:cubicBezTo>
                    <a:pt x="14721" y="13393"/>
                    <a:pt x="16640" y="12692"/>
                    <a:pt x="18208" y="12331"/>
                  </a:cubicBezTo>
                  <a:cubicBezTo>
                    <a:pt x="19682" y="11990"/>
                    <a:pt x="21229" y="11971"/>
                    <a:pt x="22721" y="12193"/>
                  </a:cubicBezTo>
                  <a:cubicBezTo>
                    <a:pt x="25792" y="12648"/>
                    <a:pt x="28701" y="14061"/>
                    <a:pt x="31103" y="16006"/>
                  </a:cubicBezTo>
                  <a:cubicBezTo>
                    <a:pt x="33313" y="17795"/>
                    <a:pt x="35647" y="20395"/>
                    <a:pt x="36304" y="23251"/>
                  </a:cubicBezTo>
                  <a:cubicBezTo>
                    <a:pt x="36688" y="24923"/>
                    <a:pt x="36001" y="26635"/>
                    <a:pt x="34417" y="27385"/>
                  </a:cubicBezTo>
                  <a:cubicBezTo>
                    <a:pt x="32422" y="28329"/>
                    <a:pt x="30005" y="27637"/>
                    <a:pt x="27940" y="27344"/>
                  </a:cubicBezTo>
                  <a:cubicBezTo>
                    <a:pt x="23276" y="26683"/>
                    <a:pt x="18714" y="26829"/>
                    <a:pt x="14316" y="28669"/>
                  </a:cubicBezTo>
                  <a:cubicBezTo>
                    <a:pt x="12250" y="29533"/>
                    <a:pt x="10329" y="30751"/>
                    <a:pt x="8168" y="31385"/>
                  </a:cubicBezTo>
                  <a:cubicBezTo>
                    <a:pt x="5790" y="32082"/>
                    <a:pt x="3236" y="31901"/>
                    <a:pt x="957" y="30950"/>
                  </a:cubicBezTo>
                  <a:cubicBezTo>
                    <a:pt x="412" y="30723"/>
                    <a:pt x="0" y="31546"/>
                    <a:pt x="547" y="31774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8"/>
            <p:cNvSpPr/>
            <p:nvPr/>
          </p:nvSpPr>
          <p:spPr>
            <a:xfrm>
              <a:off x="1161610" y="949375"/>
              <a:ext cx="508950" cy="987369"/>
            </a:xfrm>
            <a:custGeom>
              <a:avLst/>
              <a:gdLst/>
              <a:ahLst/>
              <a:cxnLst/>
              <a:rect l="l" t="t" r="r" b="b"/>
              <a:pathLst>
                <a:path w="13353" h="25905" extrusionOk="0">
                  <a:moveTo>
                    <a:pt x="3512" y="0"/>
                  </a:moveTo>
                  <a:lnTo>
                    <a:pt x="1" y="14288"/>
                  </a:lnTo>
                  <a:lnTo>
                    <a:pt x="13352" y="25905"/>
                  </a:lnTo>
                  <a:lnTo>
                    <a:pt x="13352" y="25905"/>
                  </a:lnTo>
                  <a:lnTo>
                    <a:pt x="3512" y="0"/>
                  </a:lnTo>
                  <a:close/>
                </a:path>
              </a:pathLst>
            </a:custGeom>
            <a:solidFill>
              <a:srgbClr val="3018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8"/>
            <p:cNvSpPr/>
            <p:nvPr/>
          </p:nvSpPr>
          <p:spPr>
            <a:xfrm>
              <a:off x="474253" y="949375"/>
              <a:ext cx="821264" cy="544625"/>
            </a:xfrm>
            <a:custGeom>
              <a:avLst/>
              <a:gdLst/>
              <a:ahLst/>
              <a:cxnLst/>
              <a:rect l="l" t="t" r="r" b="b"/>
              <a:pathLst>
                <a:path w="21547" h="14289" extrusionOk="0">
                  <a:moveTo>
                    <a:pt x="21546" y="0"/>
                  </a:moveTo>
                  <a:lnTo>
                    <a:pt x="18035" y="14288"/>
                  </a:lnTo>
                  <a:lnTo>
                    <a:pt x="0" y="1302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8"/>
            <p:cNvSpPr/>
            <p:nvPr/>
          </p:nvSpPr>
          <p:spPr>
            <a:xfrm>
              <a:off x="474253" y="1445889"/>
              <a:ext cx="1196316" cy="767331"/>
            </a:xfrm>
            <a:custGeom>
              <a:avLst/>
              <a:gdLst/>
              <a:ahLst/>
              <a:cxnLst/>
              <a:rect l="l" t="t" r="r" b="b"/>
              <a:pathLst>
                <a:path w="31387" h="20132" extrusionOk="0">
                  <a:moveTo>
                    <a:pt x="0" y="0"/>
                  </a:moveTo>
                  <a:lnTo>
                    <a:pt x="18035" y="1261"/>
                  </a:lnTo>
                  <a:lnTo>
                    <a:pt x="31386" y="12878"/>
                  </a:lnTo>
                  <a:lnTo>
                    <a:pt x="12993" y="20132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8"/>
            <p:cNvSpPr/>
            <p:nvPr/>
          </p:nvSpPr>
          <p:spPr>
            <a:xfrm>
              <a:off x="969437" y="1493952"/>
              <a:ext cx="701125" cy="719268"/>
            </a:xfrm>
            <a:custGeom>
              <a:avLst/>
              <a:gdLst/>
              <a:ahLst/>
              <a:cxnLst/>
              <a:rect l="l" t="t" r="r" b="b"/>
              <a:pathLst>
                <a:path w="18395" h="18871" extrusionOk="0">
                  <a:moveTo>
                    <a:pt x="5043" y="0"/>
                  </a:moveTo>
                  <a:lnTo>
                    <a:pt x="1" y="18871"/>
                  </a:lnTo>
                  <a:lnTo>
                    <a:pt x="18394" y="11617"/>
                  </a:lnTo>
                  <a:lnTo>
                    <a:pt x="5043" y="0"/>
                  </a:lnTo>
                  <a:close/>
                </a:path>
              </a:pathLst>
            </a:custGeom>
            <a:solidFill>
              <a:srgbClr val="2412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8"/>
            <p:cNvSpPr/>
            <p:nvPr/>
          </p:nvSpPr>
          <p:spPr>
            <a:xfrm>
              <a:off x="969437" y="949375"/>
              <a:ext cx="701125" cy="1263855"/>
            </a:xfrm>
            <a:custGeom>
              <a:avLst/>
              <a:gdLst/>
              <a:ahLst/>
              <a:cxnLst/>
              <a:rect l="l" t="t" r="r" b="b"/>
              <a:pathLst>
                <a:path w="18395" h="33159" extrusionOk="0">
                  <a:moveTo>
                    <a:pt x="8554" y="0"/>
                  </a:moveTo>
                  <a:lnTo>
                    <a:pt x="5043" y="14288"/>
                  </a:lnTo>
                  <a:lnTo>
                    <a:pt x="1" y="33159"/>
                  </a:lnTo>
                  <a:lnTo>
                    <a:pt x="18394" y="2590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8"/>
            <p:cNvSpPr/>
            <p:nvPr/>
          </p:nvSpPr>
          <p:spPr>
            <a:xfrm>
              <a:off x="279450" y="1498868"/>
              <a:ext cx="1471963" cy="348981"/>
            </a:xfrm>
            <a:custGeom>
              <a:avLst/>
              <a:gdLst/>
              <a:ahLst/>
              <a:cxnLst/>
              <a:rect l="l" t="t" r="r" b="b"/>
              <a:pathLst>
                <a:path w="38619" h="9156" extrusionOk="0">
                  <a:moveTo>
                    <a:pt x="37672" y="613"/>
                  </a:moveTo>
                  <a:cubicBezTo>
                    <a:pt x="37589" y="1865"/>
                    <a:pt x="36905" y="3003"/>
                    <a:pt x="35692" y="3576"/>
                  </a:cubicBezTo>
                  <a:cubicBezTo>
                    <a:pt x="33696" y="4521"/>
                    <a:pt x="31280" y="3828"/>
                    <a:pt x="29215" y="3536"/>
                  </a:cubicBezTo>
                  <a:cubicBezTo>
                    <a:pt x="24550" y="2875"/>
                    <a:pt x="19987" y="3020"/>
                    <a:pt x="15591" y="4860"/>
                  </a:cubicBezTo>
                  <a:cubicBezTo>
                    <a:pt x="13525" y="5724"/>
                    <a:pt x="11604" y="6943"/>
                    <a:pt x="9442" y="7577"/>
                  </a:cubicBezTo>
                  <a:cubicBezTo>
                    <a:pt x="7065" y="8273"/>
                    <a:pt x="4534" y="7474"/>
                    <a:pt x="2336" y="6344"/>
                  </a:cubicBezTo>
                  <a:cubicBezTo>
                    <a:pt x="996" y="5654"/>
                    <a:pt x="1" y="7761"/>
                    <a:pt x="1609" y="8297"/>
                  </a:cubicBezTo>
                  <a:cubicBezTo>
                    <a:pt x="3665" y="9155"/>
                    <a:pt x="6139" y="9137"/>
                    <a:pt x="8345" y="8765"/>
                  </a:cubicBezTo>
                  <a:cubicBezTo>
                    <a:pt x="10592" y="8387"/>
                    <a:pt x="12573" y="7288"/>
                    <a:pt x="14603" y="6314"/>
                  </a:cubicBezTo>
                  <a:cubicBezTo>
                    <a:pt x="16674" y="5320"/>
                    <a:pt x="18864" y="4589"/>
                    <a:pt x="21141" y="4256"/>
                  </a:cubicBezTo>
                  <a:cubicBezTo>
                    <a:pt x="23624" y="3894"/>
                    <a:pt x="26113" y="4041"/>
                    <a:pt x="28592" y="4376"/>
                  </a:cubicBezTo>
                  <a:cubicBezTo>
                    <a:pt x="30859" y="4683"/>
                    <a:pt x="33356" y="5393"/>
                    <a:pt x="35601" y="4602"/>
                  </a:cubicBezTo>
                  <a:cubicBezTo>
                    <a:pt x="37125" y="4067"/>
                    <a:pt x="38284" y="2783"/>
                    <a:pt x="38545" y="1172"/>
                  </a:cubicBezTo>
                  <a:cubicBezTo>
                    <a:pt x="38606" y="785"/>
                    <a:pt x="38619" y="391"/>
                    <a:pt x="38582" y="0"/>
                  </a:cubicBezTo>
                  <a:close/>
                </a:path>
              </a:pathLst>
            </a:custGeom>
            <a:solidFill>
              <a:srgbClr val="EECB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8"/>
            <p:cNvSpPr/>
            <p:nvPr/>
          </p:nvSpPr>
          <p:spPr>
            <a:xfrm>
              <a:off x="809927" y="571167"/>
              <a:ext cx="1003149" cy="895512"/>
            </a:xfrm>
            <a:custGeom>
              <a:avLst/>
              <a:gdLst/>
              <a:ahLst/>
              <a:cxnLst/>
              <a:rect l="l" t="t" r="r" b="b"/>
              <a:pathLst>
                <a:path w="26319" h="23495" extrusionOk="0">
                  <a:moveTo>
                    <a:pt x="2633" y="12973"/>
                  </a:moveTo>
                  <a:cubicBezTo>
                    <a:pt x="1275" y="13711"/>
                    <a:pt x="239" y="14919"/>
                    <a:pt x="99" y="16501"/>
                  </a:cubicBezTo>
                  <a:cubicBezTo>
                    <a:pt x="0" y="17617"/>
                    <a:pt x="368" y="18683"/>
                    <a:pt x="1086" y="19539"/>
                  </a:cubicBezTo>
                  <a:cubicBezTo>
                    <a:pt x="2571" y="21309"/>
                    <a:pt x="5071" y="22200"/>
                    <a:pt x="7297" y="22526"/>
                  </a:cubicBezTo>
                  <a:cubicBezTo>
                    <a:pt x="13911" y="23494"/>
                    <a:pt x="20546" y="19487"/>
                    <a:pt x="23701" y="13783"/>
                  </a:cubicBezTo>
                  <a:cubicBezTo>
                    <a:pt x="24939" y="11545"/>
                    <a:pt x="25602" y="9030"/>
                    <a:pt x="25772" y="6485"/>
                  </a:cubicBezTo>
                  <a:cubicBezTo>
                    <a:pt x="25856" y="5225"/>
                    <a:pt x="26319" y="167"/>
                    <a:pt x="24374" y="79"/>
                  </a:cubicBezTo>
                  <a:cubicBezTo>
                    <a:pt x="22633" y="0"/>
                    <a:pt x="23354" y="2391"/>
                    <a:pt x="23550" y="3310"/>
                  </a:cubicBezTo>
                  <a:cubicBezTo>
                    <a:pt x="24147" y="6093"/>
                    <a:pt x="24714" y="9141"/>
                    <a:pt x="23608" y="11875"/>
                  </a:cubicBezTo>
                  <a:cubicBezTo>
                    <a:pt x="22452" y="14733"/>
                    <a:pt x="20301" y="17237"/>
                    <a:pt x="17776" y="18977"/>
                  </a:cubicBezTo>
                  <a:cubicBezTo>
                    <a:pt x="13629" y="21835"/>
                    <a:pt x="7784" y="22872"/>
                    <a:pt x="3284" y="20188"/>
                  </a:cubicBezTo>
                  <a:cubicBezTo>
                    <a:pt x="2329" y="19618"/>
                    <a:pt x="1410" y="18791"/>
                    <a:pt x="1105" y="17685"/>
                  </a:cubicBezTo>
                  <a:cubicBezTo>
                    <a:pt x="634" y="15982"/>
                    <a:pt x="1700" y="14522"/>
                    <a:pt x="3147" y="13736"/>
                  </a:cubicBezTo>
                  <a:cubicBezTo>
                    <a:pt x="3667" y="13453"/>
                    <a:pt x="3149" y="12694"/>
                    <a:pt x="2633" y="12973"/>
                  </a:cubicBezTo>
                  <a:close/>
                </a:path>
              </a:pathLst>
            </a:custGeom>
            <a:solidFill>
              <a:srgbClr val="EECB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38"/>
          <p:cNvGrpSpPr/>
          <p:nvPr/>
        </p:nvGrpSpPr>
        <p:grpSpPr>
          <a:xfrm>
            <a:off x="6724281" y="3004537"/>
            <a:ext cx="310599" cy="294704"/>
            <a:chOff x="6724281" y="3004537"/>
            <a:chExt cx="310599" cy="294704"/>
          </a:xfrm>
        </p:grpSpPr>
        <p:sp>
          <p:nvSpPr>
            <p:cNvPr id="284" name="Google Shape;284;p38"/>
            <p:cNvSpPr/>
            <p:nvPr/>
          </p:nvSpPr>
          <p:spPr>
            <a:xfrm>
              <a:off x="6771315" y="3004537"/>
              <a:ext cx="263565" cy="242106"/>
            </a:xfrm>
            <a:custGeom>
              <a:avLst/>
              <a:gdLst/>
              <a:ahLst/>
              <a:cxnLst/>
              <a:rect l="l" t="t" r="r" b="b"/>
              <a:pathLst>
                <a:path w="6915" h="6352" extrusionOk="0">
                  <a:moveTo>
                    <a:pt x="0" y="838"/>
                  </a:moveTo>
                  <a:lnTo>
                    <a:pt x="749" y="1"/>
                  </a:lnTo>
                  <a:lnTo>
                    <a:pt x="6914" y="5515"/>
                  </a:lnTo>
                  <a:lnTo>
                    <a:pt x="6165" y="6352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8"/>
            <p:cNvSpPr/>
            <p:nvPr/>
          </p:nvSpPr>
          <p:spPr>
            <a:xfrm>
              <a:off x="6724281" y="3057058"/>
              <a:ext cx="263603" cy="242183"/>
            </a:xfrm>
            <a:custGeom>
              <a:avLst/>
              <a:gdLst/>
              <a:ahLst/>
              <a:cxnLst/>
              <a:rect l="l" t="t" r="r" b="b"/>
              <a:pathLst>
                <a:path w="6916" h="6354" extrusionOk="0">
                  <a:moveTo>
                    <a:pt x="1" y="839"/>
                  </a:moveTo>
                  <a:lnTo>
                    <a:pt x="750" y="1"/>
                  </a:lnTo>
                  <a:lnTo>
                    <a:pt x="6916" y="5516"/>
                  </a:lnTo>
                  <a:lnTo>
                    <a:pt x="6167" y="6353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" name="Google Shape;286;p38"/>
          <p:cNvGrpSpPr/>
          <p:nvPr/>
        </p:nvGrpSpPr>
        <p:grpSpPr>
          <a:xfrm>
            <a:off x="8005637" y="2529896"/>
            <a:ext cx="274389" cy="287882"/>
            <a:chOff x="8005637" y="2529896"/>
            <a:chExt cx="274389" cy="287882"/>
          </a:xfrm>
        </p:grpSpPr>
        <p:sp>
          <p:nvSpPr>
            <p:cNvPr id="287" name="Google Shape;287;p38"/>
            <p:cNvSpPr/>
            <p:nvPr/>
          </p:nvSpPr>
          <p:spPr>
            <a:xfrm>
              <a:off x="8005637" y="2529896"/>
              <a:ext cx="221829" cy="240887"/>
            </a:xfrm>
            <a:custGeom>
              <a:avLst/>
              <a:gdLst/>
              <a:ahLst/>
              <a:cxnLst/>
              <a:rect l="l" t="t" r="r" b="b"/>
              <a:pathLst>
                <a:path w="5820" h="6320" extrusionOk="0">
                  <a:moveTo>
                    <a:pt x="0" y="5570"/>
                  </a:moveTo>
                  <a:lnTo>
                    <a:pt x="4982" y="0"/>
                  </a:lnTo>
                  <a:lnTo>
                    <a:pt x="5820" y="749"/>
                  </a:lnTo>
                  <a:lnTo>
                    <a:pt x="838" y="6319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8"/>
            <p:cNvSpPr/>
            <p:nvPr/>
          </p:nvSpPr>
          <p:spPr>
            <a:xfrm>
              <a:off x="8058159" y="2576891"/>
              <a:ext cx="221867" cy="240887"/>
            </a:xfrm>
            <a:custGeom>
              <a:avLst/>
              <a:gdLst/>
              <a:ahLst/>
              <a:cxnLst/>
              <a:rect l="l" t="t" r="r" b="b"/>
              <a:pathLst>
                <a:path w="5821" h="6320" extrusionOk="0">
                  <a:moveTo>
                    <a:pt x="1" y="5571"/>
                  </a:moveTo>
                  <a:lnTo>
                    <a:pt x="4984" y="1"/>
                  </a:lnTo>
                  <a:lnTo>
                    <a:pt x="5820" y="750"/>
                  </a:lnTo>
                  <a:lnTo>
                    <a:pt x="838" y="632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9" name="Google Shape;289;p38"/>
          <p:cNvSpPr/>
          <p:nvPr/>
        </p:nvSpPr>
        <p:spPr>
          <a:xfrm>
            <a:off x="5908493" y="148121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8"/>
          <p:cNvSpPr/>
          <p:nvPr/>
        </p:nvSpPr>
        <p:spPr>
          <a:xfrm>
            <a:off x="6126488" y="1858060"/>
            <a:ext cx="78441" cy="78441"/>
          </a:xfrm>
          <a:custGeom>
            <a:avLst/>
            <a:gdLst/>
            <a:ahLst/>
            <a:cxnLst/>
            <a:rect l="l" t="t" r="r" b="b"/>
            <a:pathLst>
              <a:path w="2058" h="2058" extrusionOk="0">
                <a:moveTo>
                  <a:pt x="1242" y="118"/>
                </a:moveTo>
                <a:cubicBezTo>
                  <a:pt x="1744" y="236"/>
                  <a:pt x="2057" y="739"/>
                  <a:pt x="1939" y="1242"/>
                </a:cubicBezTo>
                <a:cubicBezTo>
                  <a:pt x="1821" y="1746"/>
                  <a:pt x="1319" y="2058"/>
                  <a:pt x="815" y="1940"/>
                </a:cubicBezTo>
                <a:cubicBezTo>
                  <a:pt x="312" y="1822"/>
                  <a:pt x="0" y="1319"/>
                  <a:pt x="117" y="816"/>
                </a:cubicBezTo>
                <a:cubicBezTo>
                  <a:pt x="235" y="312"/>
                  <a:pt x="739" y="1"/>
                  <a:pt x="1242" y="118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1" name="Google Shape;291;p38"/>
          <p:cNvGrpSpPr/>
          <p:nvPr/>
        </p:nvGrpSpPr>
        <p:grpSpPr>
          <a:xfrm rot="8945712">
            <a:off x="373626" y="242530"/>
            <a:ext cx="470500" cy="545601"/>
            <a:chOff x="5320111" y="1881293"/>
            <a:chExt cx="470512" cy="545615"/>
          </a:xfrm>
        </p:grpSpPr>
        <p:sp>
          <p:nvSpPr>
            <p:cNvPr id="292" name="Google Shape;292;p38"/>
            <p:cNvSpPr/>
            <p:nvPr/>
          </p:nvSpPr>
          <p:spPr>
            <a:xfrm>
              <a:off x="5587062" y="18812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8"/>
            <p:cNvSpPr/>
            <p:nvPr/>
          </p:nvSpPr>
          <p:spPr>
            <a:xfrm>
              <a:off x="5320111" y="18812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8"/>
            <p:cNvSpPr/>
            <p:nvPr/>
          </p:nvSpPr>
          <p:spPr>
            <a:xfrm>
              <a:off x="5320111" y="22534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" name="Google Shape;295;p38"/>
          <p:cNvGrpSpPr/>
          <p:nvPr/>
        </p:nvGrpSpPr>
        <p:grpSpPr>
          <a:xfrm>
            <a:off x="863400" y="326137"/>
            <a:ext cx="315323" cy="376981"/>
            <a:chOff x="4040314" y="1769061"/>
            <a:chExt cx="315323" cy="376981"/>
          </a:xfrm>
        </p:grpSpPr>
        <p:sp>
          <p:nvSpPr>
            <p:cNvPr id="296" name="Google Shape;296;p38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8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8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9" name="Google Shape;299;p38"/>
          <p:cNvSpPr/>
          <p:nvPr/>
        </p:nvSpPr>
        <p:spPr>
          <a:xfrm>
            <a:off x="8534269" y="4265784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38"/>
          <p:cNvSpPr/>
          <p:nvPr/>
        </p:nvSpPr>
        <p:spPr>
          <a:xfrm>
            <a:off x="8752287" y="4623251"/>
            <a:ext cx="376994" cy="376994"/>
          </a:xfrm>
          <a:custGeom>
            <a:avLst/>
            <a:gdLst/>
            <a:ahLst/>
            <a:cxnLst/>
            <a:rect l="l" t="t" r="r" b="b"/>
            <a:pathLst>
              <a:path w="5671" h="5671" extrusionOk="0">
                <a:moveTo>
                  <a:pt x="2836" y="0"/>
                </a:moveTo>
                <a:cubicBezTo>
                  <a:pt x="1270" y="0"/>
                  <a:pt x="1" y="1269"/>
                  <a:pt x="1" y="2835"/>
                </a:cubicBezTo>
                <a:cubicBezTo>
                  <a:pt x="1" y="4401"/>
                  <a:pt x="1270" y="5670"/>
                  <a:pt x="2836" y="5670"/>
                </a:cubicBezTo>
                <a:cubicBezTo>
                  <a:pt x="4402" y="5670"/>
                  <a:pt x="5671" y="4401"/>
                  <a:pt x="5671" y="2835"/>
                </a:cubicBezTo>
                <a:cubicBezTo>
                  <a:pt x="5671" y="1269"/>
                  <a:pt x="4402" y="0"/>
                  <a:pt x="2836" y="0"/>
                </a:cubicBezTo>
                <a:close/>
                <a:moveTo>
                  <a:pt x="2836" y="3409"/>
                </a:moveTo>
                <a:cubicBezTo>
                  <a:pt x="2603" y="3409"/>
                  <a:pt x="2395" y="3269"/>
                  <a:pt x="2306" y="3055"/>
                </a:cubicBezTo>
                <a:cubicBezTo>
                  <a:pt x="2217" y="2841"/>
                  <a:pt x="2266" y="2595"/>
                  <a:pt x="2431" y="2430"/>
                </a:cubicBezTo>
                <a:cubicBezTo>
                  <a:pt x="2594" y="2267"/>
                  <a:pt x="2840" y="2217"/>
                  <a:pt x="3055" y="2306"/>
                </a:cubicBezTo>
                <a:cubicBezTo>
                  <a:pt x="3269" y="2395"/>
                  <a:pt x="3409" y="2604"/>
                  <a:pt x="3409" y="2835"/>
                </a:cubicBezTo>
                <a:cubicBezTo>
                  <a:pt x="3409" y="3152"/>
                  <a:pt x="3152" y="3408"/>
                  <a:pt x="2836" y="3408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1" name="Google Shape;301;p38"/>
          <p:cNvGrpSpPr/>
          <p:nvPr/>
        </p:nvGrpSpPr>
        <p:grpSpPr>
          <a:xfrm rot="2395509">
            <a:off x="632314" y="701243"/>
            <a:ext cx="274395" cy="287888"/>
            <a:chOff x="2772212" y="2822146"/>
            <a:chExt cx="274389" cy="287882"/>
          </a:xfrm>
        </p:grpSpPr>
        <p:sp>
          <p:nvSpPr>
            <p:cNvPr id="302" name="Google Shape;302;p38"/>
            <p:cNvSpPr/>
            <p:nvPr/>
          </p:nvSpPr>
          <p:spPr>
            <a:xfrm>
              <a:off x="2772212" y="2822146"/>
              <a:ext cx="221829" cy="240887"/>
            </a:xfrm>
            <a:custGeom>
              <a:avLst/>
              <a:gdLst/>
              <a:ahLst/>
              <a:cxnLst/>
              <a:rect l="l" t="t" r="r" b="b"/>
              <a:pathLst>
                <a:path w="5820" h="6320" extrusionOk="0">
                  <a:moveTo>
                    <a:pt x="0" y="5570"/>
                  </a:moveTo>
                  <a:lnTo>
                    <a:pt x="4982" y="0"/>
                  </a:lnTo>
                  <a:lnTo>
                    <a:pt x="5820" y="749"/>
                  </a:lnTo>
                  <a:lnTo>
                    <a:pt x="838" y="6319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8"/>
            <p:cNvSpPr/>
            <p:nvPr/>
          </p:nvSpPr>
          <p:spPr>
            <a:xfrm>
              <a:off x="2824734" y="2869141"/>
              <a:ext cx="221867" cy="240887"/>
            </a:xfrm>
            <a:custGeom>
              <a:avLst/>
              <a:gdLst/>
              <a:ahLst/>
              <a:cxnLst/>
              <a:rect l="l" t="t" r="r" b="b"/>
              <a:pathLst>
                <a:path w="5821" h="6320" extrusionOk="0">
                  <a:moveTo>
                    <a:pt x="1" y="5571"/>
                  </a:moveTo>
                  <a:lnTo>
                    <a:pt x="4984" y="1"/>
                  </a:lnTo>
                  <a:lnTo>
                    <a:pt x="5820" y="750"/>
                  </a:lnTo>
                  <a:lnTo>
                    <a:pt x="838" y="632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4F68C7B-2281-FEB8-0562-9F1115A2323F}"/>
              </a:ext>
            </a:extLst>
          </p:cNvPr>
          <p:cNvSpPr txBox="1"/>
          <p:nvPr/>
        </p:nvSpPr>
        <p:spPr>
          <a:xfrm>
            <a:off x="5645745" y="3957279"/>
            <a:ext cx="299967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>
                <a:solidFill>
                  <a:srgbClr val="333333"/>
                </a:solidFill>
                <a:latin typeface="+mj-lt"/>
              </a:rPr>
              <a:t>Hoàng Thanh Trí – 22110440</a:t>
            </a:r>
            <a:br>
              <a:rPr lang="vi-VN" dirty="0">
                <a:solidFill>
                  <a:srgbClr val="333333"/>
                </a:solidFill>
                <a:latin typeface="+mj-lt"/>
              </a:rPr>
            </a:br>
            <a:r>
              <a:rPr lang="vi-VN" dirty="0">
                <a:solidFill>
                  <a:srgbClr val="333333"/>
                </a:solidFill>
                <a:latin typeface="+mj-lt"/>
              </a:rPr>
              <a:t>Nguyễn Đức Công Anh – 22110281</a:t>
            </a:r>
          </a:p>
          <a:p>
            <a:r>
              <a:rPr lang="vi-VN" dirty="0">
                <a:solidFill>
                  <a:srgbClr val="333333"/>
                </a:solidFill>
                <a:latin typeface="+mj-lt"/>
              </a:rPr>
              <a:t>GVHD: TS.Hoàng Văn Dũng</a:t>
            </a:r>
          </a:p>
        </p:txBody>
      </p:sp>
      <p:pic>
        <p:nvPicPr>
          <p:cNvPr id="1026" name="Picture 2" descr="Khoa Công nghệ Thông tin">
            <a:extLst>
              <a:ext uri="{FF2B5EF4-FFF2-40B4-BE49-F238E27FC236}">
                <a16:creationId xmlns:a16="http://schemas.microsoft.com/office/drawing/2014/main" id="{8B6D9A08-DD9E-ED0A-51A5-C44C41BFB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363" y="46918"/>
            <a:ext cx="677286" cy="642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40"/>
          <p:cNvGrpSpPr/>
          <p:nvPr/>
        </p:nvGrpSpPr>
        <p:grpSpPr>
          <a:xfrm>
            <a:off x="2278112" y="4283121"/>
            <a:ext cx="274389" cy="287882"/>
            <a:chOff x="2430512" y="3978321"/>
            <a:chExt cx="274389" cy="287882"/>
          </a:xfrm>
        </p:grpSpPr>
        <p:sp>
          <p:nvSpPr>
            <p:cNvPr id="340" name="Google Shape;340;p40"/>
            <p:cNvSpPr/>
            <p:nvPr/>
          </p:nvSpPr>
          <p:spPr>
            <a:xfrm>
              <a:off x="2430512" y="3978321"/>
              <a:ext cx="221829" cy="240887"/>
            </a:xfrm>
            <a:custGeom>
              <a:avLst/>
              <a:gdLst/>
              <a:ahLst/>
              <a:cxnLst/>
              <a:rect l="l" t="t" r="r" b="b"/>
              <a:pathLst>
                <a:path w="5820" h="6320" extrusionOk="0">
                  <a:moveTo>
                    <a:pt x="0" y="5570"/>
                  </a:moveTo>
                  <a:lnTo>
                    <a:pt x="4982" y="0"/>
                  </a:lnTo>
                  <a:lnTo>
                    <a:pt x="5820" y="749"/>
                  </a:lnTo>
                  <a:lnTo>
                    <a:pt x="838" y="6319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0"/>
            <p:cNvSpPr/>
            <p:nvPr/>
          </p:nvSpPr>
          <p:spPr>
            <a:xfrm>
              <a:off x="2483034" y="4025316"/>
              <a:ext cx="221867" cy="240887"/>
            </a:xfrm>
            <a:custGeom>
              <a:avLst/>
              <a:gdLst/>
              <a:ahLst/>
              <a:cxnLst/>
              <a:rect l="l" t="t" r="r" b="b"/>
              <a:pathLst>
                <a:path w="5821" h="6320" extrusionOk="0">
                  <a:moveTo>
                    <a:pt x="1" y="5571"/>
                  </a:moveTo>
                  <a:lnTo>
                    <a:pt x="4984" y="1"/>
                  </a:lnTo>
                  <a:lnTo>
                    <a:pt x="5820" y="750"/>
                  </a:lnTo>
                  <a:lnTo>
                    <a:pt x="838" y="632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40"/>
          <p:cNvSpPr/>
          <p:nvPr/>
        </p:nvSpPr>
        <p:spPr>
          <a:xfrm>
            <a:off x="2090388" y="4415235"/>
            <a:ext cx="78441" cy="78441"/>
          </a:xfrm>
          <a:custGeom>
            <a:avLst/>
            <a:gdLst/>
            <a:ahLst/>
            <a:cxnLst/>
            <a:rect l="l" t="t" r="r" b="b"/>
            <a:pathLst>
              <a:path w="2058" h="2058" extrusionOk="0">
                <a:moveTo>
                  <a:pt x="1242" y="118"/>
                </a:moveTo>
                <a:cubicBezTo>
                  <a:pt x="1744" y="236"/>
                  <a:pt x="2057" y="739"/>
                  <a:pt x="1939" y="1242"/>
                </a:cubicBezTo>
                <a:cubicBezTo>
                  <a:pt x="1821" y="1746"/>
                  <a:pt x="1319" y="2058"/>
                  <a:pt x="815" y="1940"/>
                </a:cubicBezTo>
                <a:cubicBezTo>
                  <a:pt x="312" y="1822"/>
                  <a:pt x="0" y="1319"/>
                  <a:pt x="117" y="816"/>
                </a:cubicBezTo>
                <a:cubicBezTo>
                  <a:pt x="235" y="312"/>
                  <a:pt x="739" y="1"/>
                  <a:pt x="1242" y="118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7828911" y="394946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8" name="Google Shape;348;p40"/>
          <p:cNvSpPr/>
          <p:nvPr/>
        </p:nvSpPr>
        <p:spPr>
          <a:xfrm>
            <a:off x="1635671" y="4117840"/>
            <a:ext cx="208877" cy="208877"/>
          </a:xfrm>
          <a:custGeom>
            <a:avLst/>
            <a:gdLst/>
            <a:ahLst/>
            <a:cxnLst/>
            <a:rect l="l" t="t" r="r" b="b"/>
            <a:pathLst>
              <a:path w="5671" h="5671" extrusionOk="0">
                <a:moveTo>
                  <a:pt x="2836" y="0"/>
                </a:moveTo>
                <a:cubicBezTo>
                  <a:pt x="1270" y="0"/>
                  <a:pt x="1" y="1269"/>
                  <a:pt x="1" y="2835"/>
                </a:cubicBezTo>
                <a:cubicBezTo>
                  <a:pt x="1" y="4401"/>
                  <a:pt x="1270" y="5670"/>
                  <a:pt x="2836" y="5670"/>
                </a:cubicBezTo>
                <a:cubicBezTo>
                  <a:pt x="4402" y="5670"/>
                  <a:pt x="5671" y="4401"/>
                  <a:pt x="5671" y="2835"/>
                </a:cubicBezTo>
                <a:cubicBezTo>
                  <a:pt x="5671" y="1269"/>
                  <a:pt x="4402" y="0"/>
                  <a:pt x="2836" y="0"/>
                </a:cubicBezTo>
                <a:close/>
                <a:moveTo>
                  <a:pt x="2836" y="3409"/>
                </a:moveTo>
                <a:cubicBezTo>
                  <a:pt x="2603" y="3409"/>
                  <a:pt x="2395" y="3269"/>
                  <a:pt x="2306" y="3055"/>
                </a:cubicBezTo>
                <a:cubicBezTo>
                  <a:pt x="2217" y="2841"/>
                  <a:pt x="2266" y="2595"/>
                  <a:pt x="2431" y="2430"/>
                </a:cubicBezTo>
                <a:cubicBezTo>
                  <a:pt x="2594" y="2267"/>
                  <a:pt x="2840" y="2217"/>
                  <a:pt x="3055" y="2306"/>
                </a:cubicBezTo>
                <a:cubicBezTo>
                  <a:pt x="3269" y="2395"/>
                  <a:pt x="3409" y="2604"/>
                  <a:pt x="3409" y="2835"/>
                </a:cubicBezTo>
                <a:cubicBezTo>
                  <a:pt x="3409" y="3152"/>
                  <a:pt x="3152" y="3408"/>
                  <a:pt x="2836" y="3408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241131" y="124734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99001"/>
            <a:ext cx="919734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GIỚI THIỆU ĐỀ TÀI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EC2D6B-B318-8DDB-A04D-A6F140720E40}"/>
              </a:ext>
            </a:extLst>
          </p:cNvPr>
          <p:cNvSpPr txBox="1"/>
          <p:nvPr/>
        </p:nvSpPr>
        <p:spPr>
          <a:xfrm>
            <a:off x="1352162" y="716007"/>
            <a:ext cx="6743700" cy="1581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vi-VN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✨ Lý do chọn đề tài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Nhu cầu mua sắm đồ công nghệ tăng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Muốn xây dựng website bán hàng chuyên nghiệp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Áp dụng kiến thức đã học vào thực tế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0DD5D6-3A72-E564-586F-175575FD2418}"/>
              </a:ext>
            </a:extLst>
          </p:cNvPr>
          <p:cNvSpPr txBox="1"/>
          <p:nvPr/>
        </p:nvSpPr>
        <p:spPr>
          <a:xfrm>
            <a:off x="1352162" y="2271150"/>
            <a:ext cx="6743700" cy="1581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vi-VN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🎯 Mục tiêu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Xây dựng web bán đồ công nghệ hiện đại.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Quản lý sản phẩm – đơn hàng – khách hàng hiệu quả.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Tối ưu giao diện, dễ dùng, dễ mở rộng.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7828911" y="394946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241131" y="124734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-53340" y="297763"/>
            <a:ext cx="919734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PHẠM VI VÀ ĐỐI TƯỢNG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7ED122-DBC0-60CC-414A-162D8CBEA97A}"/>
              </a:ext>
            </a:extLst>
          </p:cNvPr>
          <p:cNvSpPr txBox="1"/>
          <p:nvPr/>
        </p:nvSpPr>
        <p:spPr>
          <a:xfrm>
            <a:off x="763905" y="597067"/>
            <a:ext cx="7616190" cy="190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vi-VN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👥 Đối tượng người dùng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Khách hàng: Đăng ký, đăng nhập, đăng xuất, quên mật khẩu, mua hàng, thanh toán, danh sách yêu thích, giỏ hàng, thông tin cá nhân và xem chi tiêu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Quản trị viên (Admin): quản lý sản phẩm, đơn hàng, khách hàng, danh mục, banner quảng cáo, đánh giá, thông báo và doanh thu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798AAB-158D-72B8-F6A9-23EE55A8DD09}"/>
              </a:ext>
            </a:extLst>
          </p:cNvPr>
          <p:cNvSpPr txBox="1"/>
          <p:nvPr/>
        </p:nvSpPr>
        <p:spPr>
          <a:xfrm>
            <a:off x="773430" y="2581162"/>
            <a:ext cx="7616190" cy="1581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vi-VN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📌 Phạm vi thực hiện của đồ án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Frontend: giao diện web bán hàng, trang chi tiết sản phẩm, giỏ hàng, trang tài khoản.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Backend: xây dựng API quản lý sản phẩm, đơn hàng, danh mục, user.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Database: thiết kế mô hình CSDL, các bảng sản phẩm – đơn hàng – người dùng.</a:t>
            </a:r>
          </a:p>
        </p:txBody>
      </p:sp>
    </p:spTree>
    <p:extLst>
      <p:ext uri="{BB962C8B-B14F-4D97-AF65-F5344CB8AC3E}">
        <p14:creationId xmlns:p14="http://schemas.microsoft.com/office/powerpoint/2010/main" val="2999026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241131" y="124734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258755"/>
            <a:ext cx="919734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KIẾN TRÚC HỆ THỐNG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376F5C-DC63-E974-F24A-AFBC346C7D64}"/>
              </a:ext>
            </a:extLst>
          </p:cNvPr>
          <p:cNvSpPr txBox="1"/>
          <p:nvPr/>
        </p:nvSpPr>
        <p:spPr>
          <a:xfrm>
            <a:off x="597068" y="689763"/>
            <a:ext cx="3472012" cy="1252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 </a:t>
            </a:r>
            <a:r>
              <a:rPr lang="en-US" sz="1800" dirty="0" err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thành</a:t>
            </a:r>
            <a:r>
              <a:rPr lang="en-US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00" dirty="0" err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phần</a:t>
            </a:r>
            <a:r>
              <a:rPr lang="en-US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00" dirty="0" err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chính</a:t>
            </a:r>
            <a:endParaRPr lang="en-US" sz="18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Backend (Server) – Spring Boot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Frontend (Client) – ReactJS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0D194F-DCB3-BE25-1B07-C07ABB517EF5}"/>
              </a:ext>
            </a:extLst>
          </p:cNvPr>
          <p:cNvSpPr txBox="1"/>
          <p:nvPr/>
        </p:nvSpPr>
        <p:spPr>
          <a:xfrm>
            <a:off x="514083" y="2231195"/>
            <a:ext cx="3364497" cy="190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vi-VN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Mô hình Client – Server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Client gửi request → Server xử lý → trả JSON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Server truy vấn DB → gửi phản hồi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Client hiển thị dữ liệu lên UI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35F0BD-3B8F-6E15-42D3-7728FE10C2C2}"/>
              </a:ext>
            </a:extLst>
          </p:cNvPr>
          <p:cNvSpPr txBox="1"/>
          <p:nvPr/>
        </p:nvSpPr>
        <p:spPr>
          <a:xfrm>
            <a:off x="4124325" y="867256"/>
            <a:ext cx="5156835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vi-VN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Frontend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ReactJS – UI động, component-based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HTML – cấu trúc giao diện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Tailwind CSS – tạo giao diện nhanh bằng utility classes</a:t>
            </a:r>
          </a:p>
          <a:p>
            <a:pPr>
              <a:lnSpc>
                <a:spcPct val="200000"/>
              </a:lnSpc>
            </a:pPr>
            <a:r>
              <a:rPr lang="vi-VN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Backend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Spring Boot – xây dựng REST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Spring Security – xác thực &amp; phân quyền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JWT (HS512) – bảo mật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Spring Data JPA – thao tác DB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Spring Validation – kiểm tra dữ liệu đầu vào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Java Mail Sender – gửi email tự động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Thanh toán VNPay – API thanh toán điện tử Sandbox</a:t>
            </a:r>
          </a:p>
        </p:txBody>
      </p:sp>
    </p:spTree>
    <p:extLst>
      <p:ext uri="{BB962C8B-B14F-4D97-AF65-F5344CB8AC3E}">
        <p14:creationId xmlns:p14="http://schemas.microsoft.com/office/powerpoint/2010/main" val="429919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316230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LƯỢC ĐỒ USECASE</a:t>
            </a:r>
          </a:p>
        </p:txBody>
      </p:sp>
      <p:pic>
        <p:nvPicPr>
          <p:cNvPr id="5" name="image30.png">
            <a:extLst>
              <a:ext uri="{FF2B5EF4-FFF2-40B4-BE49-F238E27FC236}">
                <a16:creationId xmlns:a16="http://schemas.microsoft.com/office/drawing/2014/main" id="{543D7B3C-B9EA-63D5-1ABD-B0E75E58360B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162300" y="0"/>
            <a:ext cx="4678679" cy="51435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335908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241131" y="124734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258755"/>
            <a:ext cx="919734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ĐẶC TẢ USECASE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6EDA431-F489-AF3C-7CB9-BD68B5661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052" y="789677"/>
            <a:ext cx="3096000" cy="41697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1612695-DB6C-36CE-6787-ADFFB09796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212" y="760180"/>
            <a:ext cx="3096000" cy="416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084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316230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CLASS DIAGRAM</a:t>
            </a:r>
          </a:p>
        </p:txBody>
      </p:sp>
      <p:pic>
        <p:nvPicPr>
          <p:cNvPr id="6" name="Picture 5" descr="A diagram of text and arrows">
            <a:extLst>
              <a:ext uri="{FF2B5EF4-FFF2-40B4-BE49-F238E27FC236}">
                <a16:creationId xmlns:a16="http://schemas.microsoft.com/office/drawing/2014/main" id="{CD1984FD-52A7-1FB5-59A3-BF7FA710E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6640" y="0"/>
            <a:ext cx="417575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253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332232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DEMO CHỨC NĂNG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BDF2DB-4B0B-D92C-184A-C234D7B84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0" y="805373"/>
            <a:ext cx="7284720" cy="38072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9AB31F-1015-65F4-CC05-31DFB5B83677}"/>
              </a:ext>
            </a:extLst>
          </p:cNvPr>
          <p:cNvSpPr txBox="1"/>
          <p:nvPr/>
        </p:nvSpPr>
        <p:spPr>
          <a:xfrm>
            <a:off x="0" y="4541826"/>
            <a:ext cx="9144000" cy="46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Giao diện chi tiết sản phẩm</a:t>
            </a:r>
          </a:p>
        </p:txBody>
      </p:sp>
    </p:spTree>
    <p:extLst>
      <p:ext uri="{BB962C8B-B14F-4D97-AF65-F5344CB8AC3E}">
        <p14:creationId xmlns:p14="http://schemas.microsoft.com/office/powerpoint/2010/main" val="2728015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332232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DEMO CHỨC NĂNG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5F9564-E156-B0F4-AB73-C3BA87140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971" y="805372"/>
            <a:ext cx="7283200" cy="37715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C0C5A3-0F25-10BA-DCA7-B77795ED6658}"/>
              </a:ext>
            </a:extLst>
          </p:cNvPr>
          <p:cNvSpPr txBox="1"/>
          <p:nvPr/>
        </p:nvSpPr>
        <p:spPr>
          <a:xfrm>
            <a:off x="0" y="4541826"/>
            <a:ext cx="9144000" cy="46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Giao diện giỏ hàng</a:t>
            </a:r>
          </a:p>
        </p:txBody>
      </p:sp>
    </p:spTree>
    <p:extLst>
      <p:ext uri="{BB962C8B-B14F-4D97-AF65-F5344CB8AC3E}">
        <p14:creationId xmlns:p14="http://schemas.microsoft.com/office/powerpoint/2010/main" val="3433108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332232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DEMO CHỨC NĂNG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BC1B81-FC7F-301F-0DCC-9D9EDCD9C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496" y="698391"/>
            <a:ext cx="7283200" cy="38837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666C88-85B5-EF7E-E368-185B900C9715}"/>
              </a:ext>
            </a:extLst>
          </p:cNvPr>
          <p:cNvSpPr txBox="1"/>
          <p:nvPr/>
        </p:nvSpPr>
        <p:spPr>
          <a:xfrm>
            <a:off x="0" y="4541826"/>
            <a:ext cx="9144000" cy="46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Giao diện Checkout</a:t>
            </a:r>
          </a:p>
        </p:txBody>
      </p:sp>
    </p:spTree>
    <p:extLst>
      <p:ext uri="{BB962C8B-B14F-4D97-AF65-F5344CB8AC3E}">
        <p14:creationId xmlns:p14="http://schemas.microsoft.com/office/powerpoint/2010/main" val="2199677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332232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DEMO CHỨC NĂNG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891EF4-3AF3-06AF-7A29-5B1D431A9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496" y="683174"/>
            <a:ext cx="7283200" cy="39396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AABB41-044C-4F96-CBC5-80403FA96B22}"/>
              </a:ext>
            </a:extLst>
          </p:cNvPr>
          <p:cNvSpPr txBox="1"/>
          <p:nvPr/>
        </p:nvSpPr>
        <p:spPr>
          <a:xfrm>
            <a:off x="0" y="4541826"/>
            <a:ext cx="9144000" cy="46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Giao diện VNPAY</a:t>
            </a:r>
          </a:p>
        </p:txBody>
      </p:sp>
    </p:spTree>
    <p:extLst>
      <p:ext uri="{BB962C8B-B14F-4D97-AF65-F5344CB8AC3E}">
        <p14:creationId xmlns:p14="http://schemas.microsoft.com/office/powerpoint/2010/main" val="1880118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332232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DEMO CHỨC NĂNG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53992D-56A0-A461-E72A-EE0195E5C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638" y="730679"/>
            <a:ext cx="7283200" cy="38910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FB1069-F74C-C1BC-E9B7-84702AFA7908}"/>
              </a:ext>
            </a:extLst>
          </p:cNvPr>
          <p:cNvSpPr txBox="1"/>
          <p:nvPr/>
        </p:nvSpPr>
        <p:spPr>
          <a:xfrm>
            <a:off x="0" y="4541826"/>
            <a:ext cx="9144000" cy="46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Giao diện VNPAY</a:t>
            </a:r>
          </a:p>
        </p:txBody>
      </p:sp>
    </p:spTree>
    <p:extLst>
      <p:ext uri="{BB962C8B-B14F-4D97-AF65-F5344CB8AC3E}">
        <p14:creationId xmlns:p14="http://schemas.microsoft.com/office/powerpoint/2010/main" val="4149606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332232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DEMO CHỨC NĂNG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60C8C9-9C38-1388-5741-A26AE7FE3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971" y="698391"/>
            <a:ext cx="7283200" cy="37487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B86E91-2434-D43B-6CF0-32AC43E37FE7}"/>
              </a:ext>
            </a:extLst>
          </p:cNvPr>
          <p:cNvSpPr txBox="1"/>
          <p:nvPr/>
        </p:nvSpPr>
        <p:spPr>
          <a:xfrm>
            <a:off x="0" y="4541826"/>
            <a:ext cx="9144000" cy="46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Giao diện VNPAY</a:t>
            </a:r>
          </a:p>
        </p:txBody>
      </p:sp>
    </p:spTree>
    <p:extLst>
      <p:ext uri="{BB962C8B-B14F-4D97-AF65-F5344CB8AC3E}">
        <p14:creationId xmlns:p14="http://schemas.microsoft.com/office/powerpoint/2010/main" val="2434445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332232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DEMO CHỨC NĂNG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E23D77-CC95-0AB6-9FB5-FF855AFD6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967" y="776375"/>
            <a:ext cx="7283200" cy="36707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98E0CA-2998-F3B2-BF9E-FF9BF78D700F}"/>
              </a:ext>
            </a:extLst>
          </p:cNvPr>
          <p:cNvSpPr txBox="1"/>
          <p:nvPr/>
        </p:nvSpPr>
        <p:spPr>
          <a:xfrm>
            <a:off x="0" y="4541826"/>
            <a:ext cx="9144000" cy="46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GIAO DIỆN VNPAY</a:t>
            </a:r>
          </a:p>
        </p:txBody>
      </p:sp>
    </p:spTree>
    <p:extLst>
      <p:ext uri="{BB962C8B-B14F-4D97-AF65-F5344CB8AC3E}">
        <p14:creationId xmlns:p14="http://schemas.microsoft.com/office/powerpoint/2010/main" val="1352446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332232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DEMO CHỨC NĂNG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6CF172-6633-FD61-8C39-F41591D7F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55" y="1030327"/>
            <a:ext cx="5059680" cy="15580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8CC0A9-49F2-2838-78E8-E1D874703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6655" y="59689"/>
            <a:ext cx="2747245" cy="46044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00B05D-5A1B-421C-92BD-EBF6B2DEB9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9008" y="3284997"/>
            <a:ext cx="3391373" cy="9716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1834AD-7405-AFB6-EF24-E92366321CD9}"/>
              </a:ext>
            </a:extLst>
          </p:cNvPr>
          <p:cNvSpPr txBox="1"/>
          <p:nvPr/>
        </p:nvSpPr>
        <p:spPr>
          <a:xfrm>
            <a:off x="5876317" y="4614295"/>
            <a:ext cx="3058160" cy="46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Giao diện chi tiết đơn hàng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38DDA5-B3C1-0846-42E3-D7D35E205B0D}"/>
              </a:ext>
            </a:extLst>
          </p:cNvPr>
          <p:cNvSpPr txBox="1"/>
          <p:nvPr/>
        </p:nvSpPr>
        <p:spPr>
          <a:xfrm>
            <a:off x="1826706" y="4214094"/>
            <a:ext cx="2621280" cy="46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Giao diện thông báo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36EBBD-E5FA-7858-9FC8-B24F67747530}"/>
              </a:ext>
            </a:extLst>
          </p:cNvPr>
          <p:cNvSpPr txBox="1"/>
          <p:nvPr/>
        </p:nvSpPr>
        <p:spPr>
          <a:xfrm>
            <a:off x="1733505" y="2508961"/>
            <a:ext cx="2621280" cy="46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Giao diện lịch sử</a:t>
            </a:r>
          </a:p>
        </p:txBody>
      </p:sp>
    </p:spTree>
    <p:extLst>
      <p:ext uri="{BB962C8B-B14F-4D97-AF65-F5344CB8AC3E}">
        <p14:creationId xmlns:p14="http://schemas.microsoft.com/office/powerpoint/2010/main" val="62253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914400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KIỂM THỬ PHẦN MỀM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6908D-55D4-18A9-AB25-0424E1D62205}"/>
              </a:ext>
            </a:extLst>
          </p:cNvPr>
          <p:cNvSpPr txBox="1"/>
          <p:nvPr/>
        </p:nvSpPr>
        <p:spPr>
          <a:xfrm>
            <a:off x="555609" y="723071"/>
            <a:ext cx="3892025" cy="1766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🛠️ Công cụ sử dụng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Postman – gửi request &amp; kiểm tra response API.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Kiểm thử các phương thức: GET – POST – PUT – DELETE.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815A34-EC4D-B239-7827-073CBAF9FFCB}"/>
              </a:ext>
            </a:extLst>
          </p:cNvPr>
          <p:cNvSpPr txBox="1"/>
          <p:nvPr/>
        </p:nvSpPr>
        <p:spPr>
          <a:xfrm>
            <a:off x="4572000" y="723071"/>
            <a:ext cx="4480560" cy="1525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🎯 Mục tiêu kiểm thử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Đảm bảo API hoạt động đúng yêu cầu.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Kiểm tra luồng xử lý dữ liệu Backend.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Xác nhận tính ổn định, tính chính xác của phản hồi</a:t>
            </a:r>
            <a:r>
              <a:rPr lang="vi-VN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4C47E4-B90F-E1DA-26E3-A04924933723}"/>
              </a:ext>
            </a:extLst>
          </p:cNvPr>
          <p:cNvSpPr txBox="1"/>
          <p:nvPr/>
        </p:nvSpPr>
        <p:spPr>
          <a:xfrm>
            <a:off x="555609" y="2511253"/>
            <a:ext cx="6746240" cy="2171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🧪 Một số tiêu chí kiểm thử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Trả mã HTTP code đúng (200, 201, 400, 401, 404…)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Thời gian phản hồi nhanh, không lỗi timeout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Dữ liệu trả về đúng định dạng JSON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Kiểm thử request sai để kiểm tra validation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Kiểm tra các API yêu cầu JWT Token</a:t>
            </a:r>
          </a:p>
        </p:txBody>
      </p:sp>
    </p:spTree>
    <p:extLst>
      <p:ext uri="{BB962C8B-B14F-4D97-AF65-F5344CB8AC3E}">
        <p14:creationId xmlns:p14="http://schemas.microsoft.com/office/powerpoint/2010/main" val="1615949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914400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KẾT QUẢ ĐẠT ĐƯỢC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E1FB4F-3218-634A-9DF3-24BD9358225D}"/>
              </a:ext>
            </a:extLst>
          </p:cNvPr>
          <p:cNvSpPr txBox="1"/>
          <p:nvPr/>
        </p:nvSpPr>
        <p:spPr>
          <a:xfrm>
            <a:off x="1280160" y="570274"/>
            <a:ext cx="6746240" cy="111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8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🎯 Hệ thống hoạt động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Website bán đồ công nghệ vận hành ổn định.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Giao diện thân thiện, dễ sử dụng.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A37AEF-1E4E-F88B-BF5F-32C085EA18A6}"/>
              </a:ext>
            </a:extLst>
          </p:cNvPr>
          <p:cNvSpPr txBox="1"/>
          <p:nvPr/>
        </p:nvSpPr>
        <p:spPr>
          <a:xfrm>
            <a:off x="1280160" y="1623862"/>
            <a:ext cx="6746240" cy="144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8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📈 Hiệu quả đạt được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Luồng dữ liệu giữa Frontend – Backend – DB mượt mà.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Tốc độ phản hồi API nhanh, giao diện ReactJS tối ưu.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Dễ bảo trì, mở rộng tính năng trong tương lai.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1C2CA9-88BC-5351-7BDA-16FF6D4AB693}"/>
              </a:ext>
            </a:extLst>
          </p:cNvPr>
          <p:cNvSpPr txBox="1"/>
          <p:nvPr/>
        </p:nvSpPr>
        <p:spPr>
          <a:xfrm>
            <a:off x="1280160" y="2962833"/>
            <a:ext cx="6746240" cy="2089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8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🛠️ Chức năng hoàn thiện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Đăng ký / đăng nhập, phân quyền User/Admin.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Quản lý danh mục, sản phẩm, giỏ hàng.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Tạo đơn hàng, theo dõi và xử lý đơn.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Thanh toán thử nghiệm qua VNPay.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Các chức năng quản lý của admin.</a:t>
            </a:r>
          </a:p>
        </p:txBody>
      </p:sp>
    </p:spTree>
    <p:extLst>
      <p:ext uri="{BB962C8B-B14F-4D97-AF65-F5344CB8AC3E}">
        <p14:creationId xmlns:p14="http://schemas.microsoft.com/office/powerpoint/2010/main" val="302501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914400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NGHIỆP VỤ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E1FB4F-3218-634A-9DF3-24BD9358225D}"/>
              </a:ext>
            </a:extLst>
          </p:cNvPr>
          <p:cNvSpPr txBox="1"/>
          <p:nvPr/>
        </p:nvSpPr>
        <p:spPr>
          <a:xfrm>
            <a:off x="1334212" y="970895"/>
            <a:ext cx="7254240" cy="2976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Khi Admin ẩn sản phẩm, nếu sản phẩm tồn tại trong giỏ hàng sẽ bị xóa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Nếu số lượng sản phẩm trong giỏ hàng lớn hơn tồn kho sẽ báo lỗi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Nếu tồn kho bằng 0 thì sản phẩm sẽ tự động ẩn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Khi người dùng mua hàng, số lượng đã bán sẽ tăng và số lượng tồn kho sẽ giảm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Nếu đơn hàng bị hủy, tồn kho của sản phẩm sẽ tăng lên tương ứng</a:t>
            </a:r>
          </a:p>
        </p:txBody>
      </p:sp>
    </p:spTree>
    <p:extLst>
      <p:ext uri="{BB962C8B-B14F-4D97-AF65-F5344CB8AC3E}">
        <p14:creationId xmlns:p14="http://schemas.microsoft.com/office/powerpoint/2010/main" val="11549631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DE1FB4F-3218-634A-9DF3-24BD9358225D}"/>
              </a:ext>
            </a:extLst>
          </p:cNvPr>
          <p:cNvSpPr txBox="1"/>
          <p:nvPr/>
        </p:nvSpPr>
        <p:spPr>
          <a:xfrm>
            <a:off x="1422400" y="805372"/>
            <a:ext cx="6746240" cy="190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vi-VN" sz="18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🎯 Chức năng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Vẫn chưa thể áp dụng các công nghệ như chatbot vào website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Vẫn chưa có nhiều phương thức thanh toán như Zalopay và Momo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Chưa triển khai gợi ý sản phẩm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vi-VN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Google Shape;264;p38">
            <a:extLst>
              <a:ext uri="{FF2B5EF4-FFF2-40B4-BE49-F238E27FC236}">
                <a16:creationId xmlns:a16="http://schemas.microsoft.com/office/drawing/2014/main" id="{3583188C-D888-A373-2FF1-6F76C7983415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914400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HẠN CHẾ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9BB6AD-0FF9-D38D-4AE0-A84309D350AA}"/>
              </a:ext>
            </a:extLst>
          </p:cNvPr>
          <p:cNvSpPr txBox="1"/>
          <p:nvPr/>
        </p:nvSpPr>
        <p:spPr>
          <a:xfrm>
            <a:off x="1422396" y="2737364"/>
            <a:ext cx="6746240" cy="1581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vi-VN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📌</a:t>
            </a:r>
            <a:r>
              <a:rPr lang="vi-VN" sz="18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Nghiệp vụ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Chưa có role nhân viên để giúp admin quản lý website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Chưa có hệ thống quản lý biến thể của sản phẩm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vi-VN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0148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DE1FB4F-3218-634A-9DF3-24BD9358225D}"/>
              </a:ext>
            </a:extLst>
          </p:cNvPr>
          <p:cNvSpPr txBox="1"/>
          <p:nvPr/>
        </p:nvSpPr>
        <p:spPr>
          <a:xfrm>
            <a:off x="975360" y="1405247"/>
            <a:ext cx="8422640" cy="2535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vi-VN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Hoàn thiện quản lý biến thể sản phẩm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vi-VN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Áp dụng các công nghệ như chatbot vào website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vi-VN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Thêm các phương thức thanh toán online để tăng sự trải nghiệm của khách hàng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vi-VN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Xây dựng gợi ý sản phẩm dựa trên hành vi khách hàng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vi-VN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Phát triển giao diện tích hợp cho điện thoại</a:t>
            </a:r>
            <a:endParaRPr lang="vi-VN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vi-VN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Google Shape;264;p38">
            <a:extLst>
              <a:ext uri="{FF2B5EF4-FFF2-40B4-BE49-F238E27FC236}">
                <a16:creationId xmlns:a16="http://schemas.microsoft.com/office/drawing/2014/main" id="{3583188C-D888-A373-2FF1-6F76C7983415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914400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HƯỚNG PHÁT TRIỂN</a:t>
            </a:r>
          </a:p>
        </p:txBody>
      </p:sp>
    </p:spTree>
    <p:extLst>
      <p:ext uri="{BB962C8B-B14F-4D97-AF65-F5344CB8AC3E}">
        <p14:creationId xmlns:p14="http://schemas.microsoft.com/office/powerpoint/2010/main" val="758083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264;p38">
            <a:extLst>
              <a:ext uri="{FF2B5EF4-FFF2-40B4-BE49-F238E27FC236}">
                <a16:creationId xmlns:a16="http://schemas.microsoft.com/office/drawing/2014/main" id="{3583188C-D888-A373-2FF1-6F76C7983415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914400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KẾT LUẬN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FF735F-14C0-11A3-0A6F-8AC1891A1F72}"/>
              </a:ext>
            </a:extLst>
          </p:cNvPr>
          <p:cNvSpPr txBox="1"/>
          <p:nvPr/>
        </p:nvSpPr>
        <p:spPr>
          <a:xfrm>
            <a:off x="1056640" y="838113"/>
            <a:ext cx="6746240" cy="190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vi-VN" sz="18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🎯 Kết quả đạt được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Xây dựng website bán đồ công nghệ hoạt động ổn định.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Giao diện thân thiện, dễ sử dụng, tương thích desktop &amp; mobile.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API hoạt động ổn định, kiểm thử bằng Postman thành công.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Quản lý sản phẩm, đơn hàng, giỏ hàng, người dùng đầy đủ.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3DC06-C939-AEFE-C5F4-A38B02013260}"/>
              </a:ext>
            </a:extLst>
          </p:cNvPr>
          <p:cNvSpPr txBox="1"/>
          <p:nvPr/>
        </p:nvSpPr>
        <p:spPr>
          <a:xfrm>
            <a:off x="1056640" y="2897612"/>
            <a:ext cx="6746240" cy="1258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vi-VN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💡 Nhận xét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Hệ thống đạt mục tiêu ban đầu: xây dựng web thương mại điện tử cơ bản.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Có tiềm năng mở rộng các tính năng nâng cao trong tương lai.</a:t>
            </a:r>
          </a:p>
        </p:txBody>
      </p:sp>
    </p:spTree>
    <p:extLst>
      <p:ext uri="{BB962C8B-B14F-4D97-AF65-F5344CB8AC3E}">
        <p14:creationId xmlns:p14="http://schemas.microsoft.com/office/powerpoint/2010/main" val="2111343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p72"/>
          <p:cNvSpPr txBox="1">
            <a:spLocks noGrp="1"/>
          </p:cNvSpPr>
          <p:nvPr>
            <p:ph type="ctrTitle"/>
          </p:nvPr>
        </p:nvSpPr>
        <p:spPr>
          <a:xfrm>
            <a:off x="2165000" y="1462344"/>
            <a:ext cx="48075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1978" name="Google Shape;1978;p72"/>
          <p:cNvSpPr txBox="1">
            <a:spLocks noGrp="1"/>
          </p:cNvSpPr>
          <p:nvPr>
            <p:ph type="subTitle" idx="1"/>
          </p:nvPr>
        </p:nvSpPr>
        <p:spPr>
          <a:xfrm>
            <a:off x="2425050" y="2290247"/>
            <a:ext cx="4293900" cy="13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lt2"/>
                </a:solidFill>
              </a:rPr>
              <a:t>Do you have any questions?</a:t>
            </a:r>
            <a:endParaRPr sz="1800" b="1" dirty="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endParaRPr sz="1600" b="1" dirty="0">
              <a:solidFill>
                <a:schemeClr val="lt2"/>
              </a:solidFill>
            </a:endParaRPr>
          </a:p>
        </p:txBody>
      </p:sp>
      <p:cxnSp>
        <p:nvCxnSpPr>
          <p:cNvPr id="1980" name="Google Shape;1980;p72"/>
          <p:cNvCxnSpPr/>
          <p:nvPr/>
        </p:nvCxnSpPr>
        <p:spPr>
          <a:xfrm>
            <a:off x="2165000" y="2485144"/>
            <a:ext cx="47862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81" name="Google Shape;1981;p72"/>
          <p:cNvSpPr/>
          <p:nvPr/>
        </p:nvSpPr>
        <p:spPr>
          <a:xfrm>
            <a:off x="3459824" y="3157689"/>
            <a:ext cx="390743" cy="391175"/>
          </a:xfrm>
          <a:custGeom>
            <a:avLst/>
            <a:gdLst/>
            <a:ahLst/>
            <a:cxnLst/>
            <a:rect l="l" t="t" r="r" b="b"/>
            <a:pathLst>
              <a:path w="10860" h="10872" extrusionOk="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82" name="Google Shape;1982;p72"/>
          <p:cNvGrpSpPr/>
          <p:nvPr/>
        </p:nvGrpSpPr>
        <p:grpSpPr>
          <a:xfrm>
            <a:off x="4070720" y="3157975"/>
            <a:ext cx="391181" cy="390750"/>
            <a:chOff x="3303268" y="3817349"/>
            <a:chExt cx="346056" cy="345674"/>
          </a:xfrm>
        </p:grpSpPr>
        <p:sp>
          <p:nvSpPr>
            <p:cNvPr id="1983" name="Google Shape;1983;p72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72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72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72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87" name="Google Shape;1987;p72"/>
          <p:cNvGrpSpPr/>
          <p:nvPr/>
        </p:nvGrpSpPr>
        <p:grpSpPr>
          <a:xfrm>
            <a:off x="4681947" y="3157975"/>
            <a:ext cx="391145" cy="390750"/>
            <a:chOff x="4201447" y="3817349"/>
            <a:chExt cx="346024" cy="345674"/>
          </a:xfrm>
        </p:grpSpPr>
        <p:sp>
          <p:nvSpPr>
            <p:cNvPr id="1988" name="Google Shape;1988;p72"/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72"/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0" name="Google Shape;1990;p72"/>
          <p:cNvGrpSpPr/>
          <p:nvPr/>
        </p:nvGrpSpPr>
        <p:grpSpPr>
          <a:xfrm>
            <a:off x="5293002" y="3157981"/>
            <a:ext cx="391181" cy="390750"/>
            <a:chOff x="2238181" y="4120624"/>
            <a:chExt cx="346056" cy="345674"/>
          </a:xfrm>
        </p:grpSpPr>
        <p:grpSp>
          <p:nvGrpSpPr>
            <p:cNvPr id="1991" name="Google Shape;1991;p72"/>
            <p:cNvGrpSpPr/>
            <p:nvPr/>
          </p:nvGrpSpPr>
          <p:grpSpPr>
            <a:xfrm>
              <a:off x="2309155" y="4177413"/>
              <a:ext cx="203862" cy="231903"/>
              <a:chOff x="1512725" y="258500"/>
              <a:chExt cx="4570900" cy="5199625"/>
            </a:xfrm>
          </p:grpSpPr>
          <p:sp>
            <p:nvSpPr>
              <p:cNvPr id="1992" name="Google Shape;1992;p72"/>
              <p:cNvSpPr/>
              <p:nvPr/>
            </p:nvSpPr>
            <p:spPr>
              <a:xfrm>
                <a:off x="1512725" y="2700900"/>
                <a:ext cx="2654475" cy="2757225"/>
              </a:xfrm>
              <a:custGeom>
                <a:avLst/>
                <a:gdLst/>
                <a:ahLst/>
                <a:cxnLst/>
                <a:rect l="l" t="t" r="r" b="b"/>
                <a:pathLst>
                  <a:path w="106179" h="110289" extrusionOk="0">
                    <a:moveTo>
                      <a:pt x="19199" y="1"/>
                    </a:moveTo>
                    <a:cubicBezTo>
                      <a:pt x="18076" y="1"/>
                      <a:pt x="16954" y="466"/>
                      <a:pt x="16148" y="1404"/>
                    </a:cubicBezTo>
                    <a:cubicBezTo>
                      <a:pt x="5840" y="13310"/>
                      <a:pt x="1" y="28739"/>
                      <a:pt x="33" y="44494"/>
                    </a:cubicBezTo>
                    <a:cubicBezTo>
                      <a:pt x="33" y="62077"/>
                      <a:pt x="6916" y="78582"/>
                      <a:pt x="19442" y="91010"/>
                    </a:cubicBezTo>
                    <a:cubicBezTo>
                      <a:pt x="31968" y="103439"/>
                      <a:pt x="48572" y="110289"/>
                      <a:pt x="66252" y="110289"/>
                    </a:cubicBezTo>
                    <a:cubicBezTo>
                      <a:pt x="69546" y="110289"/>
                      <a:pt x="72939" y="110060"/>
                      <a:pt x="76201" y="109571"/>
                    </a:cubicBezTo>
                    <a:cubicBezTo>
                      <a:pt x="86248" y="108071"/>
                      <a:pt x="95675" y="104352"/>
                      <a:pt x="103895" y="98643"/>
                    </a:cubicBezTo>
                    <a:cubicBezTo>
                      <a:pt x="105983" y="97208"/>
                      <a:pt x="106179" y="94272"/>
                      <a:pt x="104417" y="92478"/>
                    </a:cubicBezTo>
                    <a:cubicBezTo>
                      <a:pt x="104384" y="92348"/>
                      <a:pt x="104384" y="92315"/>
                      <a:pt x="104352" y="92315"/>
                    </a:cubicBezTo>
                    <a:cubicBezTo>
                      <a:pt x="103555" y="91537"/>
                      <a:pt x="102517" y="91128"/>
                      <a:pt x="101470" y="91128"/>
                    </a:cubicBezTo>
                    <a:cubicBezTo>
                      <a:pt x="100673" y="91128"/>
                      <a:pt x="99870" y="91365"/>
                      <a:pt x="99165" y="91859"/>
                    </a:cubicBezTo>
                    <a:cubicBezTo>
                      <a:pt x="91956" y="96849"/>
                      <a:pt x="83769" y="100111"/>
                      <a:pt x="74994" y="101416"/>
                    </a:cubicBezTo>
                    <a:cubicBezTo>
                      <a:pt x="72091" y="101808"/>
                      <a:pt x="69155" y="102069"/>
                      <a:pt x="66252" y="102069"/>
                    </a:cubicBezTo>
                    <a:cubicBezTo>
                      <a:pt x="50757" y="102069"/>
                      <a:pt x="36176" y="96066"/>
                      <a:pt x="25216" y="85171"/>
                    </a:cubicBezTo>
                    <a:cubicBezTo>
                      <a:pt x="14256" y="74309"/>
                      <a:pt x="8221" y="59826"/>
                      <a:pt x="8188" y="44462"/>
                    </a:cubicBezTo>
                    <a:cubicBezTo>
                      <a:pt x="8188" y="30664"/>
                      <a:pt x="13277" y="17126"/>
                      <a:pt x="22313" y="6721"/>
                    </a:cubicBezTo>
                    <a:cubicBezTo>
                      <a:pt x="23650" y="5188"/>
                      <a:pt x="23650" y="2904"/>
                      <a:pt x="22248" y="1404"/>
                    </a:cubicBezTo>
                    <a:lnTo>
                      <a:pt x="22215" y="1338"/>
                    </a:lnTo>
                    <a:cubicBezTo>
                      <a:pt x="21407" y="449"/>
                      <a:pt x="20302" y="1"/>
                      <a:pt x="191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72"/>
              <p:cNvSpPr/>
              <p:nvPr/>
            </p:nvSpPr>
            <p:spPr>
              <a:xfrm>
                <a:off x="2323325" y="258500"/>
                <a:ext cx="3760300" cy="4390225"/>
              </a:xfrm>
              <a:custGeom>
                <a:avLst/>
                <a:gdLst/>
                <a:ahLst/>
                <a:cxnLst/>
                <a:rect l="l" t="t" r="r" b="b"/>
                <a:pathLst>
                  <a:path w="150412" h="175609" extrusionOk="0">
                    <a:moveTo>
                      <a:pt x="63610" y="0"/>
                    </a:moveTo>
                    <a:cubicBezTo>
                      <a:pt x="61359" y="0"/>
                      <a:pt x="59532" y="1827"/>
                      <a:pt x="59532" y="4078"/>
                    </a:cubicBezTo>
                    <a:lnTo>
                      <a:pt x="59532" y="93228"/>
                    </a:lnTo>
                    <a:lnTo>
                      <a:pt x="59467" y="142060"/>
                    </a:lnTo>
                    <a:cubicBezTo>
                      <a:pt x="59467" y="153020"/>
                      <a:pt x="52421" y="162741"/>
                      <a:pt x="41950" y="166199"/>
                    </a:cubicBezTo>
                    <a:cubicBezTo>
                      <a:pt x="39320" y="167047"/>
                      <a:pt x="36616" y="167503"/>
                      <a:pt x="33881" y="167503"/>
                    </a:cubicBezTo>
                    <a:cubicBezTo>
                      <a:pt x="33462" y="167503"/>
                      <a:pt x="33042" y="167493"/>
                      <a:pt x="32621" y="167471"/>
                    </a:cubicBezTo>
                    <a:cubicBezTo>
                      <a:pt x="19181" y="166818"/>
                      <a:pt x="8515" y="155793"/>
                      <a:pt x="8319" y="142419"/>
                    </a:cubicBezTo>
                    <a:cubicBezTo>
                      <a:pt x="8221" y="135569"/>
                      <a:pt x="10798" y="129143"/>
                      <a:pt x="15593" y="124250"/>
                    </a:cubicBezTo>
                    <a:cubicBezTo>
                      <a:pt x="20454" y="119291"/>
                      <a:pt x="26978" y="116584"/>
                      <a:pt x="33926" y="116584"/>
                    </a:cubicBezTo>
                    <a:cubicBezTo>
                      <a:pt x="36633" y="116584"/>
                      <a:pt x="39373" y="117041"/>
                      <a:pt x="41983" y="117889"/>
                    </a:cubicBezTo>
                    <a:cubicBezTo>
                      <a:pt x="42399" y="118019"/>
                      <a:pt x="42825" y="118082"/>
                      <a:pt x="43246" y="118082"/>
                    </a:cubicBezTo>
                    <a:cubicBezTo>
                      <a:pt x="44409" y="118082"/>
                      <a:pt x="45540" y="117600"/>
                      <a:pt x="46354" y="116714"/>
                    </a:cubicBezTo>
                    <a:cubicBezTo>
                      <a:pt x="47006" y="115931"/>
                      <a:pt x="47332" y="114920"/>
                      <a:pt x="47332" y="113909"/>
                    </a:cubicBezTo>
                    <a:lnTo>
                      <a:pt x="47332" y="81028"/>
                    </a:lnTo>
                    <a:cubicBezTo>
                      <a:pt x="47332" y="79038"/>
                      <a:pt x="45865" y="77277"/>
                      <a:pt x="43875" y="76983"/>
                    </a:cubicBezTo>
                    <a:cubicBezTo>
                      <a:pt x="40547" y="76494"/>
                      <a:pt x="37220" y="76233"/>
                      <a:pt x="33926" y="76233"/>
                    </a:cubicBezTo>
                    <a:cubicBezTo>
                      <a:pt x="26651" y="76233"/>
                      <a:pt x="19638" y="77407"/>
                      <a:pt x="12984" y="79593"/>
                    </a:cubicBezTo>
                    <a:cubicBezTo>
                      <a:pt x="10831" y="80311"/>
                      <a:pt x="9820" y="82724"/>
                      <a:pt x="10831" y="84780"/>
                    </a:cubicBezTo>
                    <a:lnTo>
                      <a:pt x="10831" y="84812"/>
                    </a:lnTo>
                    <a:cubicBezTo>
                      <a:pt x="10961" y="85008"/>
                      <a:pt x="11092" y="85269"/>
                      <a:pt x="11157" y="85465"/>
                    </a:cubicBezTo>
                    <a:cubicBezTo>
                      <a:pt x="11790" y="86730"/>
                      <a:pt x="13091" y="87485"/>
                      <a:pt x="14435" y="87485"/>
                    </a:cubicBezTo>
                    <a:cubicBezTo>
                      <a:pt x="14823" y="87485"/>
                      <a:pt x="15214" y="87423"/>
                      <a:pt x="15593" y="87291"/>
                    </a:cubicBezTo>
                    <a:cubicBezTo>
                      <a:pt x="21400" y="85367"/>
                      <a:pt x="27565" y="84388"/>
                      <a:pt x="33860" y="84388"/>
                    </a:cubicBezTo>
                    <a:cubicBezTo>
                      <a:pt x="35622" y="84388"/>
                      <a:pt x="37383" y="84486"/>
                      <a:pt x="39145" y="84649"/>
                    </a:cubicBezTo>
                    <a:lnTo>
                      <a:pt x="39145" y="108853"/>
                    </a:lnTo>
                    <a:cubicBezTo>
                      <a:pt x="37383" y="108592"/>
                      <a:pt x="35622" y="108462"/>
                      <a:pt x="33860" y="108462"/>
                    </a:cubicBezTo>
                    <a:cubicBezTo>
                      <a:pt x="24727" y="108462"/>
                      <a:pt x="16180" y="112050"/>
                      <a:pt x="9787" y="118541"/>
                    </a:cubicBezTo>
                    <a:cubicBezTo>
                      <a:pt x="3426" y="124967"/>
                      <a:pt x="1" y="133481"/>
                      <a:pt x="99" y="142549"/>
                    </a:cubicBezTo>
                    <a:cubicBezTo>
                      <a:pt x="360" y="160197"/>
                      <a:pt x="14452" y="174712"/>
                      <a:pt x="32164" y="175561"/>
                    </a:cubicBezTo>
                    <a:cubicBezTo>
                      <a:pt x="32758" y="175593"/>
                      <a:pt x="33351" y="175609"/>
                      <a:pt x="33941" y="175609"/>
                    </a:cubicBezTo>
                    <a:cubicBezTo>
                      <a:pt x="37530" y="175609"/>
                      <a:pt x="41044" y="175018"/>
                      <a:pt x="44462" y="173897"/>
                    </a:cubicBezTo>
                    <a:cubicBezTo>
                      <a:pt x="58325" y="169330"/>
                      <a:pt x="67622" y="156543"/>
                      <a:pt x="67622" y="142027"/>
                    </a:cubicBezTo>
                    <a:lnTo>
                      <a:pt x="67687" y="93163"/>
                    </a:lnTo>
                    <a:lnTo>
                      <a:pt x="67687" y="8155"/>
                    </a:lnTo>
                    <a:lnTo>
                      <a:pt x="78321" y="8155"/>
                    </a:lnTo>
                    <a:cubicBezTo>
                      <a:pt x="81697" y="8133"/>
                      <a:pt x="85305" y="8095"/>
                      <a:pt x="88344" y="8095"/>
                    </a:cubicBezTo>
                    <a:cubicBezTo>
                      <a:pt x="89709" y="8095"/>
                      <a:pt x="90960" y="8103"/>
                      <a:pt x="92022" y="8123"/>
                    </a:cubicBezTo>
                    <a:cubicBezTo>
                      <a:pt x="93098" y="21073"/>
                      <a:pt x="98643" y="33110"/>
                      <a:pt x="107973" y="42374"/>
                    </a:cubicBezTo>
                    <a:cubicBezTo>
                      <a:pt x="117269" y="51573"/>
                      <a:pt x="129339" y="57053"/>
                      <a:pt x="142256" y="58031"/>
                    </a:cubicBezTo>
                    <a:cubicBezTo>
                      <a:pt x="142256" y="64131"/>
                      <a:pt x="142289" y="76005"/>
                      <a:pt x="142354" y="82333"/>
                    </a:cubicBezTo>
                    <a:cubicBezTo>
                      <a:pt x="133155" y="81876"/>
                      <a:pt x="124250" y="79821"/>
                      <a:pt x="115769" y="76233"/>
                    </a:cubicBezTo>
                    <a:cubicBezTo>
                      <a:pt x="109506" y="73624"/>
                      <a:pt x="103700" y="70198"/>
                      <a:pt x="98350" y="66088"/>
                    </a:cubicBezTo>
                    <a:cubicBezTo>
                      <a:pt x="97610" y="65524"/>
                      <a:pt x="96719" y="65238"/>
                      <a:pt x="95830" y="65238"/>
                    </a:cubicBezTo>
                    <a:cubicBezTo>
                      <a:pt x="95229" y="65238"/>
                      <a:pt x="94629" y="65369"/>
                      <a:pt x="94077" y="65632"/>
                    </a:cubicBezTo>
                    <a:cubicBezTo>
                      <a:pt x="92674" y="66284"/>
                      <a:pt x="91793" y="67752"/>
                      <a:pt x="91793" y="69318"/>
                    </a:cubicBezTo>
                    <a:lnTo>
                      <a:pt x="91956" y="142354"/>
                    </a:lnTo>
                    <a:cubicBezTo>
                      <a:pt x="91891" y="150443"/>
                      <a:pt x="90195" y="158272"/>
                      <a:pt x="86966" y="165514"/>
                    </a:cubicBezTo>
                    <a:cubicBezTo>
                      <a:pt x="86150" y="167308"/>
                      <a:pt x="86802" y="169428"/>
                      <a:pt x="88433" y="170472"/>
                    </a:cubicBezTo>
                    <a:cubicBezTo>
                      <a:pt x="88466" y="170472"/>
                      <a:pt x="88466" y="170505"/>
                      <a:pt x="88531" y="170505"/>
                    </a:cubicBezTo>
                    <a:cubicBezTo>
                      <a:pt x="89214" y="170960"/>
                      <a:pt x="89984" y="171174"/>
                      <a:pt x="90744" y="171174"/>
                    </a:cubicBezTo>
                    <a:cubicBezTo>
                      <a:pt x="92271" y="171174"/>
                      <a:pt x="93760" y="170311"/>
                      <a:pt x="94436" y="168808"/>
                    </a:cubicBezTo>
                    <a:cubicBezTo>
                      <a:pt x="98089" y="160555"/>
                      <a:pt x="100046" y="151650"/>
                      <a:pt x="100111" y="142354"/>
                    </a:cubicBezTo>
                    <a:lnTo>
                      <a:pt x="99850" y="77049"/>
                    </a:lnTo>
                    <a:lnTo>
                      <a:pt x="99850" y="77049"/>
                    </a:lnTo>
                    <a:cubicBezTo>
                      <a:pt x="103895" y="79593"/>
                      <a:pt x="108071" y="81844"/>
                      <a:pt x="112474" y="83670"/>
                    </a:cubicBezTo>
                    <a:cubicBezTo>
                      <a:pt x="123206" y="88205"/>
                      <a:pt x="134591" y="90521"/>
                      <a:pt x="146301" y="90521"/>
                    </a:cubicBezTo>
                    <a:cubicBezTo>
                      <a:pt x="147410" y="90521"/>
                      <a:pt x="148454" y="90097"/>
                      <a:pt x="149237" y="89346"/>
                    </a:cubicBezTo>
                    <a:cubicBezTo>
                      <a:pt x="149987" y="88563"/>
                      <a:pt x="150411" y="87552"/>
                      <a:pt x="150411" y="86443"/>
                    </a:cubicBezTo>
                    <a:lnTo>
                      <a:pt x="150379" y="70231"/>
                    </a:lnTo>
                    <a:lnTo>
                      <a:pt x="150313" y="54345"/>
                    </a:lnTo>
                    <a:cubicBezTo>
                      <a:pt x="150281" y="49974"/>
                      <a:pt x="146301" y="49942"/>
                      <a:pt x="146236" y="49942"/>
                    </a:cubicBezTo>
                    <a:cubicBezTo>
                      <a:pt x="120955" y="49942"/>
                      <a:pt x="100177" y="29358"/>
                      <a:pt x="99981" y="4045"/>
                    </a:cubicBezTo>
                    <a:cubicBezTo>
                      <a:pt x="99981" y="2121"/>
                      <a:pt x="98546" y="131"/>
                      <a:pt x="959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94" name="Google Shape;1994;p72"/>
            <p:cNvSpPr/>
            <p:nvPr/>
          </p:nvSpPr>
          <p:spPr>
            <a:xfrm>
              <a:off x="2238181" y="4120624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5" name="Google Shape;1995;p72"/>
          <p:cNvGrpSpPr/>
          <p:nvPr/>
        </p:nvGrpSpPr>
        <p:grpSpPr>
          <a:xfrm>
            <a:off x="752520" y="3610847"/>
            <a:ext cx="860520" cy="997821"/>
            <a:chOff x="5320111" y="1881293"/>
            <a:chExt cx="470512" cy="545615"/>
          </a:xfrm>
        </p:grpSpPr>
        <p:sp>
          <p:nvSpPr>
            <p:cNvPr id="1996" name="Google Shape;1996;p72"/>
            <p:cNvSpPr/>
            <p:nvPr/>
          </p:nvSpPr>
          <p:spPr>
            <a:xfrm>
              <a:off x="5587062" y="18812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72"/>
            <p:cNvSpPr/>
            <p:nvPr/>
          </p:nvSpPr>
          <p:spPr>
            <a:xfrm>
              <a:off x="5320111" y="18812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72"/>
            <p:cNvSpPr/>
            <p:nvPr/>
          </p:nvSpPr>
          <p:spPr>
            <a:xfrm>
              <a:off x="5320111" y="22534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9" name="Google Shape;1999;p72"/>
          <p:cNvGrpSpPr/>
          <p:nvPr/>
        </p:nvGrpSpPr>
        <p:grpSpPr>
          <a:xfrm>
            <a:off x="1135839" y="3164861"/>
            <a:ext cx="315323" cy="376981"/>
            <a:chOff x="4040314" y="1769061"/>
            <a:chExt cx="315323" cy="376981"/>
          </a:xfrm>
        </p:grpSpPr>
        <p:sp>
          <p:nvSpPr>
            <p:cNvPr id="2000" name="Google Shape;2000;p72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72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72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3" name="Google Shape;2003;p72"/>
          <p:cNvGrpSpPr/>
          <p:nvPr/>
        </p:nvGrpSpPr>
        <p:grpSpPr>
          <a:xfrm rot="10800000">
            <a:off x="7568370" y="517436"/>
            <a:ext cx="860520" cy="997821"/>
            <a:chOff x="5320111" y="1881293"/>
            <a:chExt cx="470512" cy="545615"/>
          </a:xfrm>
        </p:grpSpPr>
        <p:sp>
          <p:nvSpPr>
            <p:cNvPr id="2004" name="Google Shape;2004;p72"/>
            <p:cNvSpPr/>
            <p:nvPr/>
          </p:nvSpPr>
          <p:spPr>
            <a:xfrm>
              <a:off x="5587062" y="18812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72"/>
            <p:cNvSpPr/>
            <p:nvPr/>
          </p:nvSpPr>
          <p:spPr>
            <a:xfrm>
              <a:off x="5320111" y="18812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72"/>
            <p:cNvSpPr/>
            <p:nvPr/>
          </p:nvSpPr>
          <p:spPr>
            <a:xfrm>
              <a:off x="5320111" y="22534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7" name="Google Shape;2007;p72"/>
          <p:cNvGrpSpPr/>
          <p:nvPr/>
        </p:nvGrpSpPr>
        <p:grpSpPr>
          <a:xfrm rot="10800000">
            <a:off x="7730248" y="1584263"/>
            <a:ext cx="315323" cy="376981"/>
            <a:chOff x="4040314" y="1769061"/>
            <a:chExt cx="315323" cy="376981"/>
          </a:xfrm>
        </p:grpSpPr>
        <p:sp>
          <p:nvSpPr>
            <p:cNvPr id="2008" name="Google Shape;2008;p72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72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72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1" name="Google Shape;2011;p72"/>
          <p:cNvGrpSpPr/>
          <p:nvPr/>
        </p:nvGrpSpPr>
        <p:grpSpPr>
          <a:xfrm rot="10800000" flipH="1">
            <a:off x="8262506" y="3907475"/>
            <a:ext cx="166385" cy="701016"/>
            <a:chOff x="8668080" y="2328029"/>
            <a:chExt cx="127488" cy="537136"/>
          </a:xfrm>
        </p:grpSpPr>
        <p:sp>
          <p:nvSpPr>
            <p:cNvPr id="2012" name="Google Shape;2012;p72"/>
            <p:cNvSpPr/>
            <p:nvPr/>
          </p:nvSpPr>
          <p:spPr>
            <a:xfrm>
              <a:off x="8745387" y="2328029"/>
              <a:ext cx="50181" cy="43070"/>
            </a:xfrm>
            <a:custGeom>
              <a:avLst/>
              <a:gdLst/>
              <a:ahLst/>
              <a:cxnLst/>
              <a:rect l="l" t="t" r="r" b="b"/>
              <a:pathLst>
                <a:path w="875" h="751" extrusionOk="0">
                  <a:moveTo>
                    <a:pt x="376" y="1"/>
                  </a:moveTo>
                  <a:cubicBezTo>
                    <a:pt x="169" y="1"/>
                    <a:pt x="1" y="169"/>
                    <a:pt x="1" y="376"/>
                  </a:cubicBezTo>
                  <a:cubicBezTo>
                    <a:pt x="1" y="601"/>
                    <a:pt x="185" y="750"/>
                    <a:pt x="377" y="750"/>
                  </a:cubicBezTo>
                  <a:cubicBezTo>
                    <a:pt x="469" y="750"/>
                    <a:pt x="563" y="716"/>
                    <a:pt x="639" y="640"/>
                  </a:cubicBezTo>
                  <a:cubicBezTo>
                    <a:pt x="874" y="405"/>
                    <a:pt x="708" y="2"/>
                    <a:pt x="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72"/>
            <p:cNvSpPr/>
            <p:nvPr/>
          </p:nvSpPr>
          <p:spPr>
            <a:xfrm>
              <a:off x="8745387" y="2426900"/>
              <a:ext cx="50181" cy="43013"/>
            </a:xfrm>
            <a:custGeom>
              <a:avLst/>
              <a:gdLst/>
              <a:ahLst/>
              <a:cxnLst/>
              <a:rect l="l" t="t" r="r" b="b"/>
              <a:pathLst>
                <a:path w="875" h="750" extrusionOk="0">
                  <a:moveTo>
                    <a:pt x="376" y="1"/>
                  </a:moveTo>
                  <a:cubicBezTo>
                    <a:pt x="169" y="1"/>
                    <a:pt x="1" y="169"/>
                    <a:pt x="1" y="376"/>
                  </a:cubicBezTo>
                  <a:cubicBezTo>
                    <a:pt x="1" y="601"/>
                    <a:pt x="185" y="749"/>
                    <a:pt x="377" y="749"/>
                  </a:cubicBezTo>
                  <a:cubicBezTo>
                    <a:pt x="469" y="749"/>
                    <a:pt x="563" y="715"/>
                    <a:pt x="639" y="639"/>
                  </a:cubicBezTo>
                  <a:cubicBezTo>
                    <a:pt x="874" y="403"/>
                    <a:pt x="708" y="1"/>
                    <a:pt x="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72"/>
            <p:cNvSpPr/>
            <p:nvPr/>
          </p:nvSpPr>
          <p:spPr>
            <a:xfrm>
              <a:off x="8745387" y="2525771"/>
              <a:ext cx="50181" cy="42955"/>
            </a:xfrm>
            <a:custGeom>
              <a:avLst/>
              <a:gdLst/>
              <a:ahLst/>
              <a:cxnLst/>
              <a:rect l="l" t="t" r="r" b="b"/>
              <a:pathLst>
                <a:path w="875" h="749" extrusionOk="0">
                  <a:moveTo>
                    <a:pt x="374" y="0"/>
                  </a:moveTo>
                  <a:cubicBezTo>
                    <a:pt x="168" y="0"/>
                    <a:pt x="1" y="168"/>
                    <a:pt x="1" y="374"/>
                  </a:cubicBezTo>
                  <a:cubicBezTo>
                    <a:pt x="1" y="599"/>
                    <a:pt x="185" y="748"/>
                    <a:pt x="377" y="748"/>
                  </a:cubicBezTo>
                  <a:cubicBezTo>
                    <a:pt x="469" y="748"/>
                    <a:pt x="562" y="715"/>
                    <a:pt x="638" y="639"/>
                  </a:cubicBezTo>
                  <a:cubicBezTo>
                    <a:pt x="874" y="403"/>
                    <a:pt x="708" y="0"/>
                    <a:pt x="376" y="0"/>
                  </a:cubicBezTo>
                  <a:cubicBezTo>
                    <a:pt x="375" y="0"/>
                    <a:pt x="374" y="0"/>
                    <a:pt x="3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72"/>
            <p:cNvSpPr/>
            <p:nvPr/>
          </p:nvSpPr>
          <p:spPr>
            <a:xfrm>
              <a:off x="8745387" y="2624526"/>
              <a:ext cx="50181" cy="43013"/>
            </a:xfrm>
            <a:custGeom>
              <a:avLst/>
              <a:gdLst/>
              <a:ahLst/>
              <a:cxnLst/>
              <a:rect l="l" t="t" r="r" b="b"/>
              <a:pathLst>
                <a:path w="875" h="750" extrusionOk="0">
                  <a:moveTo>
                    <a:pt x="376" y="1"/>
                  </a:moveTo>
                  <a:cubicBezTo>
                    <a:pt x="169" y="1"/>
                    <a:pt x="1" y="169"/>
                    <a:pt x="1" y="375"/>
                  </a:cubicBezTo>
                  <a:cubicBezTo>
                    <a:pt x="1" y="600"/>
                    <a:pt x="185" y="750"/>
                    <a:pt x="377" y="750"/>
                  </a:cubicBezTo>
                  <a:cubicBezTo>
                    <a:pt x="469" y="750"/>
                    <a:pt x="562" y="715"/>
                    <a:pt x="638" y="639"/>
                  </a:cubicBezTo>
                  <a:cubicBezTo>
                    <a:pt x="874" y="404"/>
                    <a:pt x="708" y="2"/>
                    <a:pt x="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72"/>
            <p:cNvSpPr/>
            <p:nvPr/>
          </p:nvSpPr>
          <p:spPr>
            <a:xfrm>
              <a:off x="8745387" y="2723397"/>
              <a:ext cx="44733" cy="43013"/>
            </a:xfrm>
            <a:custGeom>
              <a:avLst/>
              <a:gdLst/>
              <a:ahLst/>
              <a:cxnLst/>
              <a:rect l="l" t="t" r="r" b="b"/>
              <a:pathLst>
                <a:path w="780" h="750" extrusionOk="0">
                  <a:moveTo>
                    <a:pt x="376" y="0"/>
                  </a:moveTo>
                  <a:cubicBezTo>
                    <a:pt x="169" y="0"/>
                    <a:pt x="1" y="168"/>
                    <a:pt x="1" y="374"/>
                  </a:cubicBezTo>
                  <a:cubicBezTo>
                    <a:pt x="1" y="526"/>
                    <a:pt x="92" y="663"/>
                    <a:pt x="232" y="720"/>
                  </a:cubicBezTo>
                  <a:cubicBezTo>
                    <a:pt x="279" y="740"/>
                    <a:pt x="328" y="749"/>
                    <a:pt x="376" y="749"/>
                  </a:cubicBezTo>
                  <a:cubicBezTo>
                    <a:pt x="474" y="749"/>
                    <a:pt x="569" y="711"/>
                    <a:pt x="640" y="640"/>
                  </a:cubicBezTo>
                  <a:cubicBezTo>
                    <a:pt x="747" y="532"/>
                    <a:pt x="780" y="371"/>
                    <a:pt x="721" y="231"/>
                  </a:cubicBezTo>
                  <a:cubicBezTo>
                    <a:pt x="663" y="91"/>
                    <a:pt x="527" y="0"/>
                    <a:pt x="3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72"/>
            <p:cNvSpPr/>
            <p:nvPr/>
          </p:nvSpPr>
          <p:spPr>
            <a:xfrm>
              <a:off x="8745387" y="2822153"/>
              <a:ext cx="50181" cy="43013"/>
            </a:xfrm>
            <a:custGeom>
              <a:avLst/>
              <a:gdLst/>
              <a:ahLst/>
              <a:cxnLst/>
              <a:rect l="l" t="t" r="r" b="b"/>
              <a:pathLst>
                <a:path w="875" h="750" extrusionOk="0">
                  <a:moveTo>
                    <a:pt x="376" y="1"/>
                  </a:moveTo>
                  <a:cubicBezTo>
                    <a:pt x="169" y="1"/>
                    <a:pt x="1" y="169"/>
                    <a:pt x="1" y="375"/>
                  </a:cubicBezTo>
                  <a:cubicBezTo>
                    <a:pt x="1" y="600"/>
                    <a:pt x="185" y="750"/>
                    <a:pt x="377" y="750"/>
                  </a:cubicBezTo>
                  <a:cubicBezTo>
                    <a:pt x="469" y="750"/>
                    <a:pt x="562" y="715"/>
                    <a:pt x="638" y="639"/>
                  </a:cubicBezTo>
                  <a:cubicBezTo>
                    <a:pt x="874" y="404"/>
                    <a:pt x="708" y="2"/>
                    <a:pt x="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72"/>
            <p:cNvSpPr/>
            <p:nvPr/>
          </p:nvSpPr>
          <p:spPr>
            <a:xfrm>
              <a:off x="8668080" y="2328029"/>
              <a:ext cx="50181" cy="43070"/>
            </a:xfrm>
            <a:custGeom>
              <a:avLst/>
              <a:gdLst/>
              <a:ahLst/>
              <a:cxnLst/>
              <a:rect l="l" t="t" r="r" b="b"/>
              <a:pathLst>
                <a:path w="875" h="751" extrusionOk="0">
                  <a:moveTo>
                    <a:pt x="374" y="1"/>
                  </a:moveTo>
                  <a:cubicBezTo>
                    <a:pt x="168" y="1"/>
                    <a:pt x="0" y="169"/>
                    <a:pt x="0" y="376"/>
                  </a:cubicBezTo>
                  <a:cubicBezTo>
                    <a:pt x="1" y="601"/>
                    <a:pt x="185" y="750"/>
                    <a:pt x="377" y="750"/>
                  </a:cubicBezTo>
                  <a:cubicBezTo>
                    <a:pt x="469" y="750"/>
                    <a:pt x="563" y="716"/>
                    <a:pt x="639" y="640"/>
                  </a:cubicBezTo>
                  <a:cubicBezTo>
                    <a:pt x="875" y="404"/>
                    <a:pt x="708" y="1"/>
                    <a:pt x="3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72"/>
            <p:cNvSpPr/>
            <p:nvPr/>
          </p:nvSpPr>
          <p:spPr>
            <a:xfrm>
              <a:off x="8668080" y="2426900"/>
              <a:ext cx="50181" cy="42955"/>
            </a:xfrm>
            <a:custGeom>
              <a:avLst/>
              <a:gdLst/>
              <a:ahLst/>
              <a:cxnLst/>
              <a:rect l="l" t="t" r="r" b="b"/>
              <a:pathLst>
                <a:path w="875" h="749" extrusionOk="0">
                  <a:moveTo>
                    <a:pt x="374" y="1"/>
                  </a:moveTo>
                  <a:cubicBezTo>
                    <a:pt x="168" y="1"/>
                    <a:pt x="0" y="169"/>
                    <a:pt x="0" y="376"/>
                  </a:cubicBezTo>
                  <a:cubicBezTo>
                    <a:pt x="1" y="600"/>
                    <a:pt x="185" y="749"/>
                    <a:pt x="377" y="749"/>
                  </a:cubicBezTo>
                  <a:cubicBezTo>
                    <a:pt x="469" y="749"/>
                    <a:pt x="563" y="715"/>
                    <a:pt x="639" y="638"/>
                  </a:cubicBezTo>
                  <a:cubicBezTo>
                    <a:pt x="875" y="403"/>
                    <a:pt x="708" y="1"/>
                    <a:pt x="3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72"/>
            <p:cNvSpPr/>
            <p:nvPr/>
          </p:nvSpPr>
          <p:spPr>
            <a:xfrm>
              <a:off x="8668080" y="2525713"/>
              <a:ext cx="43013" cy="43070"/>
            </a:xfrm>
            <a:custGeom>
              <a:avLst/>
              <a:gdLst/>
              <a:ahLst/>
              <a:cxnLst/>
              <a:rect l="l" t="t" r="r" b="b"/>
              <a:pathLst>
                <a:path w="750" h="751" extrusionOk="0">
                  <a:moveTo>
                    <a:pt x="374" y="0"/>
                  </a:moveTo>
                  <a:cubicBezTo>
                    <a:pt x="167" y="0"/>
                    <a:pt x="0" y="168"/>
                    <a:pt x="0" y="375"/>
                  </a:cubicBezTo>
                  <a:cubicBezTo>
                    <a:pt x="0" y="582"/>
                    <a:pt x="167" y="750"/>
                    <a:pt x="374" y="750"/>
                  </a:cubicBezTo>
                  <a:cubicBezTo>
                    <a:pt x="581" y="750"/>
                    <a:pt x="749" y="582"/>
                    <a:pt x="749" y="375"/>
                  </a:cubicBezTo>
                  <a:cubicBezTo>
                    <a:pt x="749" y="168"/>
                    <a:pt x="581" y="0"/>
                    <a:pt x="3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72"/>
            <p:cNvSpPr/>
            <p:nvPr/>
          </p:nvSpPr>
          <p:spPr>
            <a:xfrm>
              <a:off x="8668080" y="2624526"/>
              <a:ext cx="43013" cy="43013"/>
            </a:xfrm>
            <a:custGeom>
              <a:avLst/>
              <a:gdLst/>
              <a:ahLst/>
              <a:cxnLst/>
              <a:rect l="l" t="t" r="r" b="b"/>
              <a:pathLst>
                <a:path w="750" h="750" extrusionOk="0">
                  <a:moveTo>
                    <a:pt x="374" y="1"/>
                  </a:moveTo>
                  <a:cubicBezTo>
                    <a:pt x="167" y="1"/>
                    <a:pt x="0" y="169"/>
                    <a:pt x="0" y="376"/>
                  </a:cubicBezTo>
                  <a:cubicBezTo>
                    <a:pt x="0" y="583"/>
                    <a:pt x="167" y="750"/>
                    <a:pt x="374" y="750"/>
                  </a:cubicBezTo>
                  <a:cubicBezTo>
                    <a:pt x="581" y="750"/>
                    <a:pt x="749" y="583"/>
                    <a:pt x="749" y="376"/>
                  </a:cubicBezTo>
                  <a:cubicBezTo>
                    <a:pt x="749" y="169"/>
                    <a:pt x="581" y="1"/>
                    <a:pt x="3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72"/>
            <p:cNvSpPr/>
            <p:nvPr/>
          </p:nvSpPr>
          <p:spPr>
            <a:xfrm>
              <a:off x="8668080" y="2723397"/>
              <a:ext cx="44733" cy="43013"/>
            </a:xfrm>
            <a:custGeom>
              <a:avLst/>
              <a:gdLst/>
              <a:ahLst/>
              <a:cxnLst/>
              <a:rect l="l" t="t" r="r" b="b"/>
              <a:pathLst>
                <a:path w="780" h="750" extrusionOk="0">
                  <a:moveTo>
                    <a:pt x="377" y="0"/>
                  </a:moveTo>
                  <a:cubicBezTo>
                    <a:pt x="376" y="0"/>
                    <a:pt x="375" y="0"/>
                    <a:pt x="374" y="0"/>
                  </a:cubicBezTo>
                  <a:cubicBezTo>
                    <a:pt x="168" y="0"/>
                    <a:pt x="0" y="168"/>
                    <a:pt x="0" y="374"/>
                  </a:cubicBezTo>
                  <a:cubicBezTo>
                    <a:pt x="0" y="526"/>
                    <a:pt x="92" y="663"/>
                    <a:pt x="233" y="720"/>
                  </a:cubicBezTo>
                  <a:cubicBezTo>
                    <a:pt x="279" y="740"/>
                    <a:pt x="327" y="749"/>
                    <a:pt x="376" y="749"/>
                  </a:cubicBezTo>
                  <a:cubicBezTo>
                    <a:pt x="473" y="749"/>
                    <a:pt x="568" y="711"/>
                    <a:pt x="640" y="639"/>
                  </a:cubicBezTo>
                  <a:cubicBezTo>
                    <a:pt x="748" y="532"/>
                    <a:pt x="779" y="371"/>
                    <a:pt x="722" y="230"/>
                  </a:cubicBezTo>
                  <a:cubicBezTo>
                    <a:pt x="663" y="92"/>
                    <a:pt x="528" y="0"/>
                    <a:pt x="3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72"/>
            <p:cNvSpPr/>
            <p:nvPr/>
          </p:nvSpPr>
          <p:spPr>
            <a:xfrm>
              <a:off x="8668080" y="2822153"/>
              <a:ext cx="50181" cy="43013"/>
            </a:xfrm>
            <a:custGeom>
              <a:avLst/>
              <a:gdLst/>
              <a:ahLst/>
              <a:cxnLst/>
              <a:rect l="l" t="t" r="r" b="b"/>
              <a:pathLst>
                <a:path w="875" h="750" extrusionOk="0">
                  <a:moveTo>
                    <a:pt x="374" y="1"/>
                  </a:moveTo>
                  <a:cubicBezTo>
                    <a:pt x="168" y="2"/>
                    <a:pt x="1" y="169"/>
                    <a:pt x="0" y="375"/>
                  </a:cubicBezTo>
                  <a:cubicBezTo>
                    <a:pt x="0" y="600"/>
                    <a:pt x="185" y="750"/>
                    <a:pt x="377" y="750"/>
                  </a:cubicBezTo>
                  <a:cubicBezTo>
                    <a:pt x="469" y="750"/>
                    <a:pt x="563" y="715"/>
                    <a:pt x="639" y="639"/>
                  </a:cubicBezTo>
                  <a:cubicBezTo>
                    <a:pt x="875" y="403"/>
                    <a:pt x="708" y="1"/>
                    <a:pt x="3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4" name="Google Shape;2024;p72"/>
          <p:cNvGrpSpPr/>
          <p:nvPr/>
        </p:nvGrpSpPr>
        <p:grpSpPr>
          <a:xfrm rot="10800000" flipH="1">
            <a:off x="715106" y="535000"/>
            <a:ext cx="166385" cy="701016"/>
            <a:chOff x="8668080" y="2328029"/>
            <a:chExt cx="127488" cy="537136"/>
          </a:xfrm>
        </p:grpSpPr>
        <p:sp>
          <p:nvSpPr>
            <p:cNvPr id="2025" name="Google Shape;2025;p72"/>
            <p:cNvSpPr/>
            <p:nvPr/>
          </p:nvSpPr>
          <p:spPr>
            <a:xfrm>
              <a:off x="8745387" y="2328029"/>
              <a:ext cx="50181" cy="43070"/>
            </a:xfrm>
            <a:custGeom>
              <a:avLst/>
              <a:gdLst/>
              <a:ahLst/>
              <a:cxnLst/>
              <a:rect l="l" t="t" r="r" b="b"/>
              <a:pathLst>
                <a:path w="875" h="751" extrusionOk="0">
                  <a:moveTo>
                    <a:pt x="376" y="1"/>
                  </a:moveTo>
                  <a:cubicBezTo>
                    <a:pt x="169" y="1"/>
                    <a:pt x="1" y="169"/>
                    <a:pt x="1" y="376"/>
                  </a:cubicBezTo>
                  <a:cubicBezTo>
                    <a:pt x="1" y="601"/>
                    <a:pt x="185" y="750"/>
                    <a:pt x="377" y="750"/>
                  </a:cubicBezTo>
                  <a:cubicBezTo>
                    <a:pt x="469" y="750"/>
                    <a:pt x="563" y="716"/>
                    <a:pt x="639" y="640"/>
                  </a:cubicBezTo>
                  <a:cubicBezTo>
                    <a:pt x="874" y="405"/>
                    <a:pt x="708" y="2"/>
                    <a:pt x="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72"/>
            <p:cNvSpPr/>
            <p:nvPr/>
          </p:nvSpPr>
          <p:spPr>
            <a:xfrm>
              <a:off x="8745387" y="2426900"/>
              <a:ext cx="50181" cy="43013"/>
            </a:xfrm>
            <a:custGeom>
              <a:avLst/>
              <a:gdLst/>
              <a:ahLst/>
              <a:cxnLst/>
              <a:rect l="l" t="t" r="r" b="b"/>
              <a:pathLst>
                <a:path w="875" h="750" extrusionOk="0">
                  <a:moveTo>
                    <a:pt x="376" y="1"/>
                  </a:moveTo>
                  <a:cubicBezTo>
                    <a:pt x="169" y="1"/>
                    <a:pt x="1" y="169"/>
                    <a:pt x="1" y="376"/>
                  </a:cubicBezTo>
                  <a:cubicBezTo>
                    <a:pt x="1" y="601"/>
                    <a:pt x="185" y="749"/>
                    <a:pt x="377" y="749"/>
                  </a:cubicBezTo>
                  <a:cubicBezTo>
                    <a:pt x="469" y="749"/>
                    <a:pt x="563" y="715"/>
                    <a:pt x="639" y="639"/>
                  </a:cubicBezTo>
                  <a:cubicBezTo>
                    <a:pt x="874" y="403"/>
                    <a:pt x="708" y="1"/>
                    <a:pt x="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72"/>
            <p:cNvSpPr/>
            <p:nvPr/>
          </p:nvSpPr>
          <p:spPr>
            <a:xfrm>
              <a:off x="8745387" y="2525771"/>
              <a:ext cx="50181" cy="42955"/>
            </a:xfrm>
            <a:custGeom>
              <a:avLst/>
              <a:gdLst/>
              <a:ahLst/>
              <a:cxnLst/>
              <a:rect l="l" t="t" r="r" b="b"/>
              <a:pathLst>
                <a:path w="875" h="749" extrusionOk="0">
                  <a:moveTo>
                    <a:pt x="374" y="0"/>
                  </a:moveTo>
                  <a:cubicBezTo>
                    <a:pt x="168" y="0"/>
                    <a:pt x="1" y="168"/>
                    <a:pt x="1" y="374"/>
                  </a:cubicBezTo>
                  <a:cubicBezTo>
                    <a:pt x="1" y="599"/>
                    <a:pt x="185" y="748"/>
                    <a:pt x="377" y="748"/>
                  </a:cubicBezTo>
                  <a:cubicBezTo>
                    <a:pt x="469" y="748"/>
                    <a:pt x="562" y="715"/>
                    <a:pt x="638" y="639"/>
                  </a:cubicBezTo>
                  <a:cubicBezTo>
                    <a:pt x="874" y="403"/>
                    <a:pt x="708" y="0"/>
                    <a:pt x="376" y="0"/>
                  </a:cubicBezTo>
                  <a:cubicBezTo>
                    <a:pt x="375" y="0"/>
                    <a:pt x="374" y="0"/>
                    <a:pt x="3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72"/>
            <p:cNvSpPr/>
            <p:nvPr/>
          </p:nvSpPr>
          <p:spPr>
            <a:xfrm>
              <a:off x="8745387" y="2624526"/>
              <a:ext cx="50181" cy="43013"/>
            </a:xfrm>
            <a:custGeom>
              <a:avLst/>
              <a:gdLst/>
              <a:ahLst/>
              <a:cxnLst/>
              <a:rect l="l" t="t" r="r" b="b"/>
              <a:pathLst>
                <a:path w="875" h="750" extrusionOk="0">
                  <a:moveTo>
                    <a:pt x="376" y="1"/>
                  </a:moveTo>
                  <a:cubicBezTo>
                    <a:pt x="169" y="1"/>
                    <a:pt x="1" y="169"/>
                    <a:pt x="1" y="375"/>
                  </a:cubicBezTo>
                  <a:cubicBezTo>
                    <a:pt x="1" y="600"/>
                    <a:pt x="185" y="750"/>
                    <a:pt x="377" y="750"/>
                  </a:cubicBezTo>
                  <a:cubicBezTo>
                    <a:pt x="469" y="750"/>
                    <a:pt x="562" y="715"/>
                    <a:pt x="638" y="639"/>
                  </a:cubicBezTo>
                  <a:cubicBezTo>
                    <a:pt x="874" y="404"/>
                    <a:pt x="708" y="2"/>
                    <a:pt x="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72"/>
            <p:cNvSpPr/>
            <p:nvPr/>
          </p:nvSpPr>
          <p:spPr>
            <a:xfrm>
              <a:off x="8745387" y="2723397"/>
              <a:ext cx="44733" cy="43013"/>
            </a:xfrm>
            <a:custGeom>
              <a:avLst/>
              <a:gdLst/>
              <a:ahLst/>
              <a:cxnLst/>
              <a:rect l="l" t="t" r="r" b="b"/>
              <a:pathLst>
                <a:path w="780" h="750" extrusionOk="0">
                  <a:moveTo>
                    <a:pt x="376" y="0"/>
                  </a:moveTo>
                  <a:cubicBezTo>
                    <a:pt x="169" y="0"/>
                    <a:pt x="1" y="168"/>
                    <a:pt x="1" y="374"/>
                  </a:cubicBezTo>
                  <a:cubicBezTo>
                    <a:pt x="1" y="526"/>
                    <a:pt x="92" y="663"/>
                    <a:pt x="232" y="720"/>
                  </a:cubicBezTo>
                  <a:cubicBezTo>
                    <a:pt x="279" y="740"/>
                    <a:pt x="328" y="749"/>
                    <a:pt x="376" y="749"/>
                  </a:cubicBezTo>
                  <a:cubicBezTo>
                    <a:pt x="474" y="749"/>
                    <a:pt x="569" y="711"/>
                    <a:pt x="640" y="640"/>
                  </a:cubicBezTo>
                  <a:cubicBezTo>
                    <a:pt x="747" y="532"/>
                    <a:pt x="780" y="371"/>
                    <a:pt x="721" y="231"/>
                  </a:cubicBezTo>
                  <a:cubicBezTo>
                    <a:pt x="663" y="91"/>
                    <a:pt x="527" y="0"/>
                    <a:pt x="3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72"/>
            <p:cNvSpPr/>
            <p:nvPr/>
          </p:nvSpPr>
          <p:spPr>
            <a:xfrm>
              <a:off x="8745387" y="2822153"/>
              <a:ext cx="50181" cy="43013"/>
            </a:xfrm>
            <a:custGeom>
              <a:avLst/>
              <a:gdLst/>
              <a:ahLst/>
              <a:cxnLst/>
              <a:rect l="l" t="t" r="r" b="b"/>
              <a:pathLst>
                <a:path w="875" h="750" extrusionOk="0">
                  <a:moveTo>
                    <a:pt x="376" y="1"/>
                  </a:moveTo>
                  <a:cubicBezTo>
                    <a:pt x="169" y="1"/>
                    <a:pt x="1" y="169"/>
                    <a:pt x="1" y="375"/>
                  </a:cubicBezTo>
                  <a:cubicBezTo>
                    <a:pt x="1" y="600"/>
                    <a:pt x="185" y="750"/>
                    <a:pt x="377" y="750"/>
                  </a:cubicBezTo>
                  <a:cubicBezTo>
                    <a:pt x="469" y="750"/>
                    <a:pt x="562" y="715"/>
                    <a:pt x="638" y="639"/>
                  </a:cubicBezTo>
                  <a:cubicBezTo>
                    <a:pt x="874" y="404"/>
                    <a:pt x="708" y="2"/>
                    <a:pt x="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72"/>
            <p:cNvSpPr/>
            <p:nvPr/>
          </p:nvSpPr>
          <p:spPr>
            <a:xfrm>
              <a:off x="8668080" y="2328029"/>
              <a:ext cx="50181" cy="43070"/>
            </a:xfrm>
            <a:custGeom>
              <a:avLst/>
              <a:gdLst/>
              <a:ahLst/>
              <a:cxnLst/>
              <a:rect l="l" t="t" r="r" b="b"/>
              <a:pathLst>
                <a:path w="875" h="751" extrusionOk="0">
                  <a:moveTo>
                    <a:pt x="374" y="1"/>
                  </a:moveTo>
                  <a:cubicBezTo>
                    <a:pt x="168" y="1"/>
                    <a:pt x="0" y="169"/>
                    <a:pt x="0" y="376"/>
                  </a:cubicBezTo>
                  <a:cubicBezTo>
                    <a:pt x="1" y="601"/>
                    <a:pt x="185" y="750"/>
                    <a:pt x="377" y="750"/>
                  </a:cubicBezTo>
                  <a:cubicBezTo>
                    <a:pt x="469" y="750"/>
                    <a:pt x="563" y="716"/>
                    <a:pt x="639" y="640"/>
                  </a:cubicBezTo>
                  <a:cubicBezTo>
                    <a:pt x="875" y="404"/>
                    <a:pt x="708" y="1"/>
                    <a:pt x="3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72"/>
            <p:cNvSpPr/>
            <p:nvPr/>
          </p:nvSpPr>
          <p:spPr>
            <a:xfrm>
              <a:off x="8668080" y="2426900"/>
              <a:ext cx="50181" cy="42955"/>
            </a:xfrm>
            <a:custGeom>
              <a:avLst/>
              <a:gdLst/>
              <a:ahLst/>
              <a:cxnLst/>
              <a:rect l="l" t="t" r="r" b="b"/>
              <a:pathLst>
                <a:path w="875" h="749" extrusionOk="0">
                  <a:moveTo>
                    <a:pt x="374" y="1"/>
                  </a:moveTo>
                  <a:cubicBezTo>
                    <a:pt x="168" y="1"/>
                    <a:pt x="0" y="169"/>
                    <a:pt x="0" y="376"/>
                  </a:cubicBezTo>
                  <a:cubicBezTo>
                    <a:pt x="1" y="600"/>
                    <a:pt x="185" y="749"/>
                    <a:pt x="377" y="749"/>
                  </a:cubicBezTo>
                  <a:cubicBezTo>
                    <a:pt x="469" y="749"/>
                    <a:pt x="563" y="715"/>
                    <a:pt x="639" y="638"/>
                  </a:cubicBezTo>
                  <a:cubicBezTo>
                    <a:pt x="875" y="403"/>
                    <a:pt x="708" y="1"/>
                    <a:pt x="3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72"/>
            <p:cNvSpPr/>
            <p:nvPr/>
          </p:nvSpPr>
          <p:spPr>
            <a:xfrm>
              <a:off x="8668080" y="2525713"/>
              <a:ext cx="43013" cy="43070"/>
            </a:xfrm>
            <a:custGeom>
              <a:avLst/>
              <a:gdLst/>
              <a:ahLst/>
              <a:cxnLst/>
              <a:rect l="l" t="t" r="r" b="b"/>
              <a:pathLst>
                <a:path w="750" h="751" extrusionOk="0">
                  <a:moveTo>
                    <a:pt x="374" y="0"/>
                  </a:moveTo>
                  <a:cubicBezTo>
                    <a:pt x="167" y="0"/>
                    <a:pt x="0" y="168"/>
                    <a:pt x="0" y="375"/>
                  </a:cubicBezTo>
                  <a:cubicBezTo>
                    <a:pt x="0" y="582"/>
                    <a:pt x="167" y="750"/>
                    <a:pt x="374" y="750"/>
                  </a:cubicBezTo>
                  <a:cubicBezTo>
                    <a:pt x="581" y="750"/>
                    <a:pt x="749" y="582"/>
                    <a:pt x="749" y="375"/>
                  </a:cubicBezTo>
                  <a:cubicBezTo>
                    <a:pt x="749" y="168"/>
                    <a:pt x="581" y="0"/>
                    <a:pt x="3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72"/>
            <p:cNvSpPr/>
            <p:nvPr/>
          </p:nvSpPr>
          <p:spPr>
            <a:xfrm>
              <a:off x="8668080" y="2624526"/>
              <a:ext cx="43013" cy="43013"/>
            </a:xfrm>
            <a:custGeom>
              <a:avLst/>
              <a:gdLst/>
              <a:ahLst/>
              <a:cxnLst/>
              <a:rect l="l" t="t" r="r" b="b"/>
              <a:pathLst>
                <a:path w="750" h="750" extrusionOk="0">
                  <a:moveTo>
                    <a:pt x="374" y="1"/>
                  </a:moveTo>
                  <a:cubicBezTo>
                    <a:pt x="167" y="1"/>
                    <a:pt x="0" y="169"/>
                    <a:pt x="0" y="376"/>
                  </a:cubicBezTo>
                  <a:cubicBezTo>
                    <a:pt x="0" y="583"/>
                    <a:pt x="167" y="750"/>
                    <a:pt x="374" y="750"/>
                  </a:cubicBezTo>
                  <a:cubicBezTo>
                    <a:pt x="581" y="750"/>
                    <a:pt x="749" y="583"/>
                    <a:pt x="749" y="376"/>
                  </a:cubicBezTo>
                  <a:cubicBezTo>
                    <a:pt x="749" y="169"/>
                    <a:pt x="581" y="1"/>
                    <a:pt x="3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72"/>
            <p:cNvSpPr/>
            <p:nvPr/>
          </p:nvSpPr>
          <p:spPr>
            <a:xfrm>
              <a:off x="8668080" y="2723397"/>
              <a:ext cx="44733" cy="43013"/>
            </a:xfrm>
            <a:custGeom>
              <a:avLst/>
              <a:gdLst/>
              <a:ahLst/>
              <a:cxnLst/>
              <a:rect l="l" t="t" r="r" b="b"/>
              <a:pathLst>
                <a:path w="780" h="750" extrusionOk="0">
                  <a:moveTo>
                    <a:pt x="377" y="0"/>
                  </a:moveTo>
                  <a:cubicBezTo>
                    <a:pt x="376" y="0"/>
                    <a:pt x="375" y="0"/>
                    <a:pt x="374" y="0"/>
                  </a:cubicBezTo>
                  <a:cubicBezTo>
                    <a:pt x="168" y="0"/>
                    <a:pt x="0" y="168"/>
                    <a:pt x="0" y="374"/>
                  </a:cubicBezTo>
                  <a:cubicBezTo>
                    <a:pt x="0" y="526"/>
                    <a:pt x="92" y="663"/>
                    <a:pt x="233" y="720"/>
                  </a:cubicBezTo>
                  <a:cubicBezTo>
                    <a:pt x="279" y="740"/>
                    <a:pt x="327" y="749"/>
                    <a:pt x="376" y="749"/>
                  </a:cubicBezTo>
                  <a:cubicBezTo>
                    <a:pt x="473" y="749"/>
                    <a:pt x="568" y="711"/>
                    <a:pt x="640" y="639"/>
                  </a:cubicBezTo>
                  <a:cubicBezTo>
                    <a:pt x="748" y="532"/>
                    <a:pt x="779" y="371"/>
                    <a:pt x="722" y="230"/>
                  </a:cubicBezTo>
                  <a:cubicBezTo>
                    <a:pt x="663" y="92"/>
                    <a:pt x="528" y="0"/>
                    <a:pt x="3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72"/>
            <p:cNvSpPr/>
            <p:nvPr/>
          </p:nvSpPr>
          <p:spPr>
            <a:xfrm>
              <a:off x="8668080" y="2822153"/>
              <a:ext cx="50181" cy="43013"/>
            </a:xfrm>
            <a:custGeom>
              <a:avLst/>
              <a:gdLst/>
              <a:ahLst/>
              <a:cxnLst/>
              <a:rect l="l" t="t" r="r" b="b"/>
              <a:pathLst>
                <a:path w="875" h="750" extrusionOk="0">
                  <a:moveTo>
                    <a:pt x="374" y="1"/>
                  </a:moveTo>
                  <a:cubicBezTo>
                    <a:pt x="168" y="2"/>
                    <a:pt x="1" y="169"/>
                    <a:pt x="0" y="375"/>
                  </a:cubicBezTo>
                  <a:cubicBezTo>
                    <a:pt x="0" y="600"/>
                    <a:pt x="185" y="750"/>
                    <a:pt x="377" y="750"/>
                  </a:cubicBezTo>
                  <a:cubicBezTo>
                    <a:pt x="469" y="750"/>
                    <a:pt x="563" y="715"/>
                    <a:pt x="639" y="639"/>
                  </a:cubicBezTo>
                  <a:cubicBezTo>
                    <a:pt x="875" y="403"/>
                    <a:pt x="708" y="1"/>
                    <a:pt x="3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Internet of Things by Slidesgo">
  <a:themeElements>
    <a:clrScheme name="Simple Light">
      <a:dk1>
        <a:srgbClr val="DB73CB"/>
      </a:dk1>
      <a:lt1>
        <a:srgbClr val="FEA8C3"/>
      </a:lt1>
      <a:dk2>
        <a:srgbClr val="E7D47B"/>
      </a:dk2>
      <a:lt2>
        <a:srgbClr val="FFFFFF"/>
      </a:lt2>
      <a:accent1>
        <a:srgbClr val="5229B7"/>
      </a:accent1>
      <a:accent2>
        <a:srgbClr val="9B69A5"/>
      </a:accent2>
      <a:accent3>
        <a:srgbClr val="78F0F9"/>
      </a:accent3>
      <a:accent4>
        <a:srgbClr val="C954FA"/>
      </a:accent4>
      <a:accent5>
        <a:srgbClr val="F7ABB7"/>
      </a:accent5>
      <a:accent6>
        <a:srgbClr val="FFD38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1001</Words>
  <Application>Microsoft Office PowerPoint</Application>
  <PresentationFormat>On-screen Show (16:9)</PresentationFormat>
  <Paragraphs>127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Bebas Neue Pro</vt:lpstr>
      <vt:lpstr>Lato</vt:lpstr>
      <vt:lpstr>Days One</vt:lpstr>
      <vt:lpstr>Arial</vt:lpstr>
      <vt:lpstr>Open Sans</vt:lpstr>
      <vt:lpstr>Internet of Things by Slidesgo</vt:lpstr>
      <vt:lpstr>TIỂU LUẬN CHUYÊN NGÀNH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Acer Nitro 5</dc:creator>
  <cp:lastModifiedBy>Acer Nitro 5</cp:lastModifiedBy>
  <cp:revision>4</cp:revision>
  <dcterms:modified xsi:type="dcterms:W3CDTF">2025-12-02T14:08:34Z</dcterms:modified>
</cp:coreProperties>
</file>